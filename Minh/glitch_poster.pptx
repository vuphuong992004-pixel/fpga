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Lst>
  <p:sldSz cx="30275213" cy="4280376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6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6322" autoAdjust="0"/>
    <p:restoredTop sz="94660"/>
  </p:normalViewPr>
  <p:slideViewPr>
    <p:cSldViewPr snapToGrid="0">
      <p:cViewPr>
        <p:scale>
          <a:sx n="33" d="100"/>
          <a:sy n="33" d="100"/>
        </p:scale>
        <p:origin x="1080" y="-556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270641" y="7005156"/>
            <a:ext cx="25733931" cy="14902051"/>
          </a:xfrm>
        </p:spPr>
        <p:txBody>
          <a:bodyPr anchor="b"/>
          <a:lstStyle>
            <a:lvl1pPr algn="ctr">
              <a:defRPr sz="19865"/>
            </a:lvl1pPr>
          </a:lstStyle>
          <a:p>
            <a:r>
              <a:rPr lang="en-US"/>
              <a:t>Click to edit Master title style</a:t>
            </a:r>
            <a:endParaRPr lang="en-US" dirty="0"/>
          </a:p>
        </p:txBody>
      </p:sp>
      <p:sp>
        <p:nvSpPr>
          <p:cNvPr id="3" name="Subtitle 2"/>
          <p:cNvSpPr>
            <a:spLocks noGrp="1"/>
          </p:cNvSpPr>
          <p:nvPr>
            <p:ph type="subTitle" idx="1"/>
          </p:nvPr>
        </p:nvSpPr>
        <p:spPr>
          <a:xfrm>
            <a:off x="3784402" y="22481887"/>
            <a:ext cx="22706410" cy="10334331"/>
          </a:xfrm>
        </p:spPr>
        <p:txBody>
          <a:bodyPr/>
          <a:lstStyle>
            <a:lvl1pPr marL="0" indent="0" algn="ctr">
              <a:buNone/>
              <a:defRPr sz="7946"/>
            </a:lvl1pPr>
            <a:lvl2pPr marL="1513743" indent="0" algn="ctr">
              <a:buNone/>
              <a:defRPr sz="6622"/>
            </a:lvl2pPr>
            <a:lvl3pPr marL="3027487" indent="0" algn="ctr">
              <a:buNone/>
              <a:defRPr sz="5960"/>
            </a:lvl3pPr>
            <a:lvl4pPr marL="4541230" indent="0" algn="ctr">
              <a:buNone/>
              <a:defRPr sz="5297"/>
            </a:lvl4pPr>
            <a:lvl5pPr marL="6054974" indent="0" algn="ctr">
              <a:buNone/>
              <a:defRPr sz="5297"/>
            </a:lvl5pPr>
            <a:lvl6pPr marL="7568717" indent="0" algn="ctr">
              <a:buNone/>
              <a:defRPr sz="5297"/>
            </a:lvl6pPr>
            <a:lvl7pPr marL="9082461" indent="0" algn="ctr">
              <a:buNone/>
              <a:defRPr sz="5297"/>
            </a:lvl7pPr>
            <a:lvl8pPr marL="10596204" indent="0" algn="ctr">
              <a:buNone/>
              <a:defRPr sz="5297"/>
            </a:lvl8pPr>
            <a:lvl9pPr marL="12109948" indent="0" algn="ctr">
              <a:buNone/>
              <a:defRPr sz="5297"/>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318CD84-0D14-4492-9E3E-FD3916E264EE}" type="datetimeFigureOut">
              <a:rPr lang="en-US" smtClean="0"/>
              <a:t>4/15/2026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37B9530-4492-4330-86BD-F12047D16484}" type="slidenum">
              <a:rPr lang="en-US" smtClean="0"/>
              <a:t>‹#›</a:t>
            </a:fld>
            <a:endParaRPr lang="en-US"/>
          </a:p>
        </p:txBody>
      </p:sp>
    </p:spTree>
    <p:extLst>
      <p:ext uri="{BB962C8B-B14F-4D97-AF65-F5344CB8AC3E}">
        <p14:creationId xmlns:p14="http://schemas.microsoft.com/office/powerpoint/2010/main" val="28043954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318CD84-0D14-4492-9E3E-FD3916E264EE}" type="datetimeFigureOut">
              <a:rPr lang="en-US" smtClean="0"/>
              <a:t>4/15/2026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37B9530-4492-4330-86BD-F12047D16484}" type="slidenum">
              <a:rPr lang="en-US" smtClean="0"/>
              <a:t>‹#›</a:t>
            </a:fld>
            <a:endParaRPr lang="en-US"/>
          </a:p>
        </p:txBody>
      </p:sp>
    </p:spTree>
    <p:extLst>
      <p:ext uri="{BB962C8B-B14F-4D97-AF65-F5344CB8AC3E}">
        <p14:creationId xmlns:p14="http://schemas.microsoft.com/office/powerpoint/2010/main" val="244826987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065654" y="10671229"/>
            <a:ext cx="26112371" cy="17805173"/>
          </a:xfrm>
        </p:spPr>
        <p:txBody>
          <a:bodyPr anchor="b"/>
          <a:lstStyle>
            <a:lvl1pPr>
              <a:defRPr sz="19865"/>
            </a:lvl1pPr>
          </a:lstStyle>
          <a:p>
            <a:r>
              <a:rPr lang="en-US"/>
              <a:t>Click to edit Master title style</a:t>
            </a:r>
            <a:endParaRPr lang="en-US" dirty="0"/>
          </a:p>
        </p:txBody>
      </p:sp>
      <p:sp>
        <p:nvSpPr>
          <p:cNvPr id="3" name="Text Placeholder 2"/>
          <p:cNvSpPr>
            <a:spLocks noGrp="1"/>
          </p:cNvSpPr>
          <p:nvPr>
            <p:ph type="body" idx="1"/>
          </p:nvPr>
        </p:nvSpPr>
        <p:spPr>
          <a:xfrm>
            <a:off x="2065654" y="28644846"/>
            <a:ext cx="26112371" cy="9363320"/>
          </a:xfrm>
        </p:spPr>
        <p:txBody>
          <a:bodyPr/>
          <a:lstStyle>
            <a:lvl1pPr marL="0" indent="0">
              <a:buNone/>
              <a:defRPr sz="7946">
                <a:solidFill>
                  <a:schemeClr val="tx1">
                    <a:tint val="82000"/>
                  </a:schemeClr>
                </a:solidFill>
              </a:defRPr>
            </a:lvl1pPr>
            <a:lvl2pPr marL="1513743" indent="0">
              <a:buNone/>
              <a:defRPr sz="6622">
                <a:solidFill>
                  <a:schemeClr val="tx1">
                    <a:tint val="82000"/>
                  </a:schemeClr>
                </a:solidFill>
              </a:defRPr>
            </a:lvl2pPr>
            <a:lvl3pPr marL="3027487" indent="0">
              <a:buNone/>
              <a:defRPr sz="5960">
                <a:solidFill>
                  <a:schemeClr val="tx1">
                    <a:tint val="82000"/>
                  </a:schemeClr>
                </a:solidFill>
              </a:defRPr>
            </a:lvl3pPr>
            <a:lvl4pPr marL="4541230" indent="0">
              <a:buNone/>
              <a:defRPr sz="5297">
                <a:solidFill>
                  <a:schemeClr val="tx1">
                    <a:tint val="82000"/>
                  </a:schemeClr>
                </a:solidFill>
              </a:defRPr>
            </a:lvl4pPr>
            <a:lvl5pPr marL="6054974" indent="0">
              <a:buNone/>
              <a:defRPr sz="5297">
                <a:solidFill>
                  <a:schemeClr val="tx1">
                    <a:tint val="82000"/>
                  </a:schemeClr>
                </a:solidFill>
              </a:defRPr>
            </a:lvl5pPr>
            <a:lvl6pPr marL="7568717" indent="0">
              <a:buNone/>
              <a:defRPr sz="5297">
                <a:solidFill>
                  <a:schemeClr val="tx1">
                    <a:tint val="82000"/>
                  </a:schemeClr>
                </a:solidFill>
              </a:defRPr>
            </a:lvl6pPr>
            <a:lvl7pPr marL="9082461" indent="0">
              <a:buNone/>
              <a:defRPr sz="5297">
                <a:solidFill>
                  <a:schemeClr val="tx1">
                    <a:tint val="82000"/>
                  </a:schemeClr>
                </a:solidFill>
              </a:defRPr>
            </a:lvl7pPr>
            <a:lvl8pPr marL="10596204" indent="0">
              <a:buNone/>
              <a:defRPr sz="5297">
                <a:solidFill>
                  <a:schemeClr val="tx1">
                    <a:tint val="82000"/>
                  </a:schemeClr>
                </a:solidFill>
              </a:defRPr>
            </a:lvl8pPr>
            <a:lvl9pPr marL="12109948" indent="0">
              <a:buNone/>
              <a:defRPr sz="5297">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318CD84-0D14-4492-9E3E-FD3916E264EE}" type="datetimeFigureOut">
              <a:rPr lang="en-US" smtClean="0"/>
              <a:t>4/15/2026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37B9530-4492-4330-86BD-F12047D16484}" type="slidenum">
              <a:rPr lang="en-US" smtClean="0"/>
              <a:t>‹#›</a:t>
            </a:fld>
            <a:endParaRPr lang="en-US"/>
          </a:p>
        </p:txBody>
      </p:sp>
    </p:spTree>
    <p:extLst>
      <p:ext uri="{BB962C8B-B14F-4D97-AF65-F5344CB8AC3E}">
        <p14:creationId xmlns:p14="http://schemas.microsoft.com/office/powerpoint/2010/main" val="213908784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2081421" y="11394520"/>
            <a:ext cx="12866966" cy="2715859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15326826" y="11394520"/>
            <a:ext cx="12866966" cy="2715859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318CD84-0D14-4492-9E3E-FD3916E264EE}" type="datetimeFigureOut">
              <a:rPr lang="en-US" smtClean="0"/>
              <a:t>4/15/2026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37B9530-4492-4330-86BD-F12047D16484}" type="slidenum">
              <a:rPr lang="en-US" smtClean="0"/>
              <a:t>‹#›</a:t>
            </a:fld>
            <a:endParaRPr lang="en-US"/>
          </a:p>
        </p:txBody>
      </p:sp>
    </p:spTree>
    <p:extLst>
      <p:ext uri="{BB962C8B-B14F-4D97-AF65-F5344CB8AC3E}">
        <p14:creationId xmlns:p14="http://schemas.microsoft.com/office/powerpoint/2010/main" val="17765157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085364" y="2278913"/>
            <a:ext cx="26112371" cy="8273416"/>
          </a:xfrm>
        </p:spPr>
        <p:txBody>
          <a:bodyPr/>
          <a:lstStyle/>
          <a:p>
            <a:r>
              <a:rPr lang="en-US"/>
              <a:t>Click to edit Master title style</a:t>
            </a:r>
            <a:endParaRPr lang="en-US" dirty="0"/>
          </a:p>
        </p:txBody>
      </p:sp>
      <p:sp>
        <p:nvSpPr>
          <p:cNvPr id="3" name="Text Placeholder 2"/>
          <p:cNvSpPr>
            <a:spLocks noGrp="1"/>
          </p:cNvSpPr>
          <p:nvPr>
            <p:ph type="body" idx="1"/>
          </p:nvPr>
        </p:nvSpPr>
        <p:spPr>
          <a:xfrm>
            <a:off x="2085368" y="10492870"/>
            <a:ext cx="12807832" cy="5142393"/>
          </a:xfrm>
        </p:spPr>
        <p:txBody>
          <a:bodyPr anchor="b"/>
          <a:lstStyle>
            <a:lvl1pPr marL="0" indent="0">
              <a:buNone/>
              <a:defRPr sz="7946" b="1"/>
            </a:lvl1pPr>
            <a:lvl2pPr marL="1513743" indent="0">
              <a:buNone/>
              <a:defRPr sz="6622" b="1"/>
            </a:lvl2pPr>
            <a:lvl3pPr marL="3027487" indent="0">
              <a:buNone/>
              <a:defRPr sz="5960" b="1"/>
            </a:lvl3pPr>
            <a:lvl4pPr marL="4541230" indent="0">
              <a:buNone/>
              <a:defRPr sz="5297" b="1"/>
            </a:lvl4pPr>
            <a:lvl5pPr marL="6054974" indent="0">
              <a:buNone/>
              <a:defRPr sz="5297" b="1"/>
            </a:lvl5pPr>
            <a:lvl6pPr marL="7568717" indent="0">
              <a:buNone/>
              <a:defRPr sz="5297" b="1"/>
            </a:lvl6pPr>
            <a:lvl7pPr marL="9082461" indent="0">
              <a:buNone/>
              <a:defRPr sz="5297" b="1"/>
            </a:lvl7pPr>
            <a:lvl8pPr marL="10596204" indent="0">
              <a:buNone/>
              <a:defRPr sz="5297" b="1"/>
            </a:lvl8pPr>
            <a:lvl9pPr marL="12109948" indent="0">
              <a:buNone/>
              <a:defRPr sz="5297" b="1"/>
            </a:lvl9pPr>
          </a:lstStyle>
          <a:p>
            <a:pPr lvl="0"/>
            <a:r>
              <a:rPr lang="en-US"/>
              <a:t>Click to edit Master text styles</a:t>
            </a:r>
          </a:p>
        </p:txBody>
      </p:sp>
      <p:sp>
        <p:nvSpPr>
          <p:cNvPr id="4" name="Content Placeholder 3"/>
          <p:cNvSpPr>
            <a:spLocks noGrp="1"/>
          </p:cNvSpPr>
          <p:nvPr>
            <p:ph sz="half" idx="2"/>
          </p:nvPr>
        </p:nvSpPr>
        <p:spPr>
          <a:xfrm>
            <a:off x="2085368" y="15635264"/>
            <a:ext cx="12807832" cy="229971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15326828" y="10492870"/>
            <a:ext cx="12870909" cy="5142393"/>
          </a:xfrm>
        </p:spPr>
        <p:txBody>
          <a:bodyPr anchor="b"/>
          <a:lstStyle>
            <a:lvl1pPr marL="0" indent="0">
              <a:buNone/>
              <a:defRPr sz="7946" b="1"/>
            </a:lvl1pPr>
            <a:lvl2pPr marL="1513743" indent="0">
              <a:buNone/>
              <a:defRPr sz="6622" b="1"/>
            </a:lvl2pPr>
            <a:lvl3pPr marL="3027487" indent="0">
              <a:buNone/>
              <a:defRPr sz="5960" b="1"/>
            </a:lvl3pPr>
            <a:lvl4pPr marL="4541230" indent="0">
              <a:buNone/>
              <a:defRPr sz="5297" b="1"/>
            </a:lvl4pPr>
            <a:lvl5pPr marL="6054974" indent="0">
              <a:buNone/>
              <a:defRPr sz="5297" b="1"/>
            </a:lvl5pPr>
            <a:lvl6pPr marL="7568717" indent="0">
              <a:buNone/>
              <a:defRPr sz="5297" b="1"/>
            </a:lvl6pPr>
            <a:lvl7pPr marL="9082461" indent="0">
              <a:buNone/>
              <a:defRPr sz="5297" b="1"/>
            </a:lvl7pPr>
            <a:lvl8pPr marL="10596204" indent="0">
              <a:buNone/>
              <a:defRPr sz="5297" b="1"/>
            </a:lvl8pPr>
            <a:lvl9pPr marL="12109948" indent="0">
              <a:buNone/>
              <a:defRPr sz="5297" b="1"/>
            </a:lvl9pPr>
          </a:lstStyle>
          <a:p>
            <a:pPr lvl="0"/>
            <a:r>
              <a:rPr lang="en-US"/>
              <a:t>Click to edit Master text styles</a:t>
            </a:r>
          </a:p>
        </p:txBody>
      </p:sp>
      <p:sp>
        <p:nvSpPr>
          <p:cNvPr id="6" name="Content Placeholder 5"/>
          <p:cNvSpPr>
            <a:spLocks noGrp="1"/>
          </p:cNvSpPr>
          <p:nvPr>
            <p:ph sz="quarter" idx="4"/>
          </p:nvPr>
        </p:nvSpPr>
        <p:spPr>
          <a:xfrm>
            <a:off x="15326828" y="15635264"/>
            <a:ext cx="12870909" cy="229971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318CD84-0D14-4492-9E3E-FD3916E264EE}" type="datetimeFigureOut">
              <a:rPr lang="en-US" smtClean="0"/>
              <a:t>4/15/2026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837B9530-4492-4330-86BD-F12047D16484}" type="slidenum">
              <a:rPr lang="en-US" smtClean="0"/>
              <a:t>‹#›</a:t>
            </a:fld>
            <a:endParaRPr lang="en-US"/>
          </a:p>
        </p:txBody>
      </p:sp>
    </p:spTree>
    <p:extLst>
      <p:ext uri="{BB962C8B-B14F-4D97-AF65-F5344CB8AC3E}">
        <p14:creationId xmlns:p14="http://schemas.microsoft.com/office/powerpoint/2010/main" val="183299318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318CD84-0D14-4492-9E3E-FD3916E264EE}" type="datetimeFigureOut">
              <a:rPr lang="en-US" smtClean="0"/>
              <a:t>4/15/2026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837B9530-4492-4330-86BD-F12047D16484}" type="slidenum">
              <a:rPr lang="en-US" smtClean="0"/>
              <a:t>‹#›</a:t>
            </a:fld>
            <a:endParaRPr lang="en-US"/>
          </a:p>
        </p:txBody>
      </p:sp>
    </p:spTree>
    <p:extLst>
      <p:ext uri="{BB962C8B-B14F-4D97-AF65-F5344CB8AC3E}">
        <p14:creationId xmlns:p14="http://schemas.microsoft.com/office/powerpoint/2010/main" val="41620556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318CD84-0D14-4492-9E3E-FD3916E264EE}" type="datetimeFigureOut">
              <a:rPr lang="en-US" smtClean="0"/>
              <a:t>4/15/2026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837B9530-4492-4330-86BD-F12047D16484}" type="slidenum">
              <a:rPr lang="en-US" smtClean="0"/>
              <a:t>‹#›</a:t>
            </a:fld>
            <a:endParaRPr lang="en-US"/>
          </a:p>
        </p:txBody>
      </p:sp>
    </p:spTree>
    <p:extLst>
      <p:ext uri="{BB962C8B-B14F-4D97-AF65-F5344CB8AC3E}">
        <p14:creationId xmlns:p14="http://schemas.microsoft.com/office/powerpoint/2010/main" val="365652895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085364" y="2853584"/>
            <a:ext cx="9764544" cy="9987545"/>
          </a:xfrm>
        </p:spPr>
        <p:txBody>
          <a:bodyPr anchor="b"/>
          <a:lstStyle>
            <a:lvl1pPr>
              <a:defRPr sz="10595"/>
            </a:lvl1pPr>
          </a:lstStyle>
          <a:p>
            <a:r>
              <a:rPr lang="en-US"/>
              <a:t>Click to edit Master title style</a:t>
            </a:r>
            <a:endParaRPr lang="en-US" dirty="0"/>
          </a:p>
        </p:txBody>
      </p:sp>
      <p:sp>
        <p:nvSpPr>
          <p:cNvPr id="3" name="Content Placeholder 2"/>
          <p:cNvSpPr>
            <a:spLocks noGrp="1"/>
          </p:cNvSpPr>
          <p:nvPr>
            <p:ph idx="1"/>
          </p:nvPr>
        </p:nvSpPr>
        <p:spPr>
          <a:xfrm>
            <a:off x="12870909" y="6162959"/>
            <a:ext cx="15326827" cy="30418415"/>
          </a:xfrm>
        </p:spPr>
        <p:txBody>
          <a:bodyPr/>
          <a:lstStyle>
            <a:lvl1pPr>
              <a:defRPr sz="10595"/>
            </a:lvl1pPr>
            <a:lvl2pPr>
              <a:defRPr sz="9271"/>
            </a:lvl2pPr>
            <a:lvl3pPr>
              <a:defRPr sz="7946"/>
            </a:lvl3pPr>
            <a:lvl4pPr>
              <a:defRPr sz="6622"/>
            </a:lvl4pPr>
            <a:lvl5pPr>
              <a:defRPr sz="6622"/>
            </a:lvl5pPr>
            <a:lvl6pPr>
              <a:defRPr sz="6622"/>
            </a:lvl6pPr>
            <a:lvl7pPr>
              <a:defRPr sz="6622"/>
            </a:lvl7pPr>
            <a:lvl8pPr>
              <a:defRPr sz="6622"/>
            </a:lvl8pPr>
            <a:lvl9pPr>
              <a:defRPr sz="6622"/>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085364" y="12841129"/>
            <a:ext cx="9764544" cy="23789780"/>
          </a:xfrm>
        </p:spPr>
        <p:txBody>
          <a:bodyPr/>
          <a:lstStyle>
            <a:lvl1pPr marL="0" indent="0">
              <a:buNone/>
              <a:defRPr sz="5297"/>
            </a:lvl1pPr>
            <a:lvl2pPr marL="1513743" indent="0">
              <a:buNone/>
              <a:defRPr sz="4635"/>
            </a:lvl2pPr>
            <a:lvl3pPr marL="3027487" indent="0">
              <a:buNone/>
              <a:defRPr sz="3973"/>
            </a:lvl3pPr>
            <a:lvl4pPr marL="4541230" indent="0">
              <a:buNone/>
              <a:defRPr sz="3311"/>
            </a:lvl4pPr>
            <a:lvl5pPr marL="6054974" indent="0">
              <a:buNone/>
              <a:defRPr sz="3311"/>
            </a:lvl5pPr>
            <a:lvl6pPr marL="7568717" indent="0">
              <a:buNone/>
              <a:defRPr sz="3311"/>
            </a:lvl6pPr>
            <a:lvl7pPr marL="9082461" indent="0">
              <a:buNone/>
              <a:defRPr sz="3311"/>
            </a:lvl7pPr>
            <a:lvl8pPr marL="10596204" indent="0">
              <a:buNone/>
              <a:defRPr sz="3311"/>
            </a:lvl8pPr>
            <a:lvl9pPr marL="12109948" indent="0">
              <a:buNone/>
              <a:defRPr sz="3311"/>
            </a:lvl9pPr>
          </a:lstStyle>
          <a:p>
            <a:pPr lvl="0"/>
            <a:r>
              <a:rPr lang="en-US"/>
              <a:t>Click to edit Master text styles</a:t>
            </a:r>
          </a:p>
        </p:txBody>
      </p:sp>
      <p:sp>
        <p:nvSpPr>
          <p:cNvPr id="5" name="Date Placeholder 4"/>
          <p:cNvSpPr>
            <a:spLocks noGrp="1"/>
          </p:cNvSpPr>
          <p:nvPr>
            <p:ph type="dt" sz="half" idx="10"/>
          </p:nvPr>
        </p:nvSpPr>
        <p:spPr/>
        <p:txBody>
          <a:bodyPr/>
          <a:lstStyle/>
          <a:p>
            <a:fld id="{0318CD84-0D14-4492-9E3E-FD3916E264EE}" type="datetimeFigureOut">
              <a:rPr lang="en-US" smtClean="0"/>
              <a:t>4/15/2026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37B9530-4492-4330-86BD-F12047D16484}" type="slidenum">
              <a:rPr lang="en-US" smtClean="0"/>
              <a:t>‹#›</a:t>
            </a:fld>
            <a:endParaRPr lang="en-US"/>
          </a:p>
        </p:txBody>
      </p:sp>
    </p:spTree>
    <p:extLst>
      <p:ext uri="{BB962C8B-B14F-4D97-AF65-F5344CB8AC3E}">
        <p14:creationId xmlns:p14="http://schemas.microsoft.com/office/powerpoint/2010/main" val="106767678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085364" y="2853584"/>
            <a:ext cx="9764544" cy="9987545"/>
          </a:xfrm>
        </p:spPr>
        <p:txBody>
          <a:bodyPr anchor="b"/>
          <a:lstStyle>
            <a:lvl1pPr>
              <a:defRPr sz="10595"/>
            </a:lvl1pPr>
          </a:lstStyle>
          <a:p>
            <a:r>
              <a:rPr lang="en-US"/>
              <a:t>Click to edit Master title style</a:t>
            </a:r>
            <a:endParaRPr lang="en-US" dirty="0"/>
          </a:p>
        </p:txBody>
      </p:sp>
      <p:sp>
        <p:nvSpPr>
          <p:cNvPr id="3" name="Picture Placeholder 2"/>
          <p:cNvSpPr>
            <a:spLocks noGrp="1" noChangeAspect="1"/>
          </p:cNvSpPr>
          <p:nvPr>
            <p:ph type="pic" idx="1"/>
          </p:nvPr>
        </p:nvSpPr>
        <p:spPr>
          <a:xfrm>
            <a:off x="12870909" y="6162959"/>
            <a:ext cx="15326827" cy="30418415"/>
          </a:xfrm>
        </p:spPr>
        <p:txBody>
          <a:bodyPr anchor="t"/>
          <a:lstStyle>
            <a:lvl1pPr marL="0" indent="0">
              <a:buNone/>
              <a:defRPr sz="10595"/>
            </a:lvl1pPr>
            <a:lvl2pPr marL="1513743" indent="0">
              <a:buNone/>
              <a:defRPr sz="9271"/>
            </a:lvl2pPr>
            <a:lvl3pPr marL="3027487" indent="0">
              <a:buNone/>
              <a:defRPr sz="7946"/>
            </a:lvl3pPr>
            <a:lvl4pPr marL="4541230" indent="0">
              <a:buNone/>
              <a:defRPr sz="6622"/>
            </a:lvl4pPr>
            <a:lvl5pPr marL="6054974" indent="0">
              <a:buNone/>
              <a:defRPr sz="6622"/>
            </a:lvl5pPr>
            <a:lvl6pPr marL="7568717" indent="0">
              <a:buNone/>
              <a:defRPr sz="6622"/>
            </a:lvl6pPr>
            <a:lvl7pPr marL="9082461" indent="0">
              <a:buNone/>
              <a:defRPr sz="6622"/>
            </a:lvl7pPr>
            <a:lvl8pPr marL="10596204" indent="0">
              <a:buNone/>
              <a:defRPr sz="6622"/>
            </a:lvl8pPr>
            <a:lvl9pPr marL="12109948" indent="0">
              <a:buNone/>
              <a:defRPr sz="6622"/>
            </a:lvl9pPr>
          </a:lstStyle>
          <a:p>
            <a:r>
              <a:rPr lang="en-US"/>
              <a:t>Click icon to add picture</a:t>
            </a:r>
            <a:endParaRPr lang="en-US" dirty="0"/>
          </a:p>
        </p:txBody>
      </p:sp>
      <p:sp>
        <p:nvSpPr>
          <p:cNvPr id="4" name="Text Placeholder 3"/>
          <p:cNvSpPr>
            <a:spLocks noGrp="1"/>
          </p:cNvSpPr>
          <p:nvPr>
            <p:ph type="body" sz="half" idx="2"/>
          </p:nvPr>
        </p:nvSpPr>
        <p:spPr>
          <a:xfrm>
            <a:off x="2085364" y="12841129"/>
            <a:ext cx="9764544" cy="23789780"/>
          </a:xfrm>
        </p:spPr>
        <p:txBody>
          <a:bodyPr/>
          <a:lstStyle>
            <a:lvl1pPr marL="0" indent="0">
              <a:buNone/>
              <a:defRPr sz="5297"/>
            </a:lvl1pPr>
            <a:lvl2pPr marL="1513743" indent="0">
              <a:buNone/>
              <a:defRPr sz="4635"/>
            </a:lvl2pPr>
            <a:lvl3pPr marL="3027487" indent="0">
              <a:buNone/>
              <a:defRPr sz="3973"/>
            </a:lvl3pPr>
            <a:lvl4pPr marL="4541230" indent="0">
              <a:buNone/>
              <a:defRPr sz="3311"/>
            </a:lvl4pPr>
            <a:lvl5pPr marL="6054974" indent="0">
              <a:buNone/>
              <a:defRPr sz="3311"/>
            </a:lvl5pPr>
            <a:lvl6pPr marL="7568717" indent="0">
              <a:buNone/>
              <a:defRPr sz="3311"/>
            </a:lvl6pPr>
            <a:lvl7pPr marL="9082461" indent="0">
              <a:buNone/>
              <a:defRPr sz="3311"/>
            </a:lvl7pPr>
            <a:lvl8pPr marL="10596204" indent="0">
              <a:buNone/>
              <a:defRPr sz="3311"/>
            </a:lvl8pPr>
            <a:lvl9pPr marL="12109948" indent="0">
              <a:buNone/>
              <a:defRPr sz="3311"/>
            </a:lvl9pPr>
          </a:lstStyle>
          <a:p>
            <a:pPr lvl="0"/>
            <a:r>
              <a:rPr lang="en-US"/>
              <a:t>Click to edit Master text styles</a:t>
            </a:r>
          </a:p>
        </p:txBody>
      </p:sp>
      <p:sp>
        <p:nvSpPr>
          <p:cNvPr id="5" name="Date Placeholder 4"/>
          <p:cNvSpPr>
            <a:spLocks noGrp="1"/>
          </p:cNvSpPr>
          <p:nvPr>
            <p:ph type="dt" sz="half" idx="10"/>
          </p:nvPr>
        </p:nvSpPr>
        <p:spPr/>
        <p:txBody>
          <a:bodyPr/>
          <a:lstStyle/>
          <a:p>
            <a:fld id="{0318CD84-0D14-4492-9E3E-FD3916E264EE}" type="datetimeFigureOut">
              <a:rPr lang="en-US" smtClean="0"/>
              <a:t>4/15/2026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37B9530-4492-4330-86BD-F12047D16484}" type="slidenum">
              <a:rPr lang="en-US" smtClean="0"/>
              <a:t>‹#›</a:t>
            </a:fld>
            <a:endParaRPr lang="en-US"/>
          </a:p>
        </p:txBody>
      </p:sp>
    </p:spTree>
    <p:extLst>
      <p:ext uri="{BB962C8B-B14F-4D97-AF65-F5344CB8AC3E}">
        <p14:creationId xmlns:p14="http://schemas.microsoft.com/office/powerpoint/2010/main" val="3457323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318CD84-0D14-4492-9E3E-FD3916E264EE}" type="datetimeFigureOut">
              <a:rPr lang="en-US" smtClean="0"/>
              <a:t>4/15/2026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37B9530-4492-4330-86BD-F12047D16484}" type="slidenum">
              <a:rPr lang="en-US" smtClean="0"/>
              <a:t>‹#›</a:t>
            </a:fld>
            <a:endParaRPr lang="en-US"/>
          </a:p>
        </p:txBody>
      </p:sp>
    </p:spTree>
    <p:extLst>
      <p:ext uri="{BB962C8B-B14F-4D97-AF65-F5344CB8AC3E}">
        <p14:creationId xmlns:p14="http://schemas.microsoft.com/office/powerpoint/2010/main" val="224177147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21665701" y="2278904"/>
            <a:ext cx="6528093" cy="3627421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2081423" y="2278904"/>
            <a:ext cx="19205838" cy="36274211"/>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318CD84-0D14-4492-9E3E-FD3916E264EE}" type="datetimeFigureOut">
              <a:rPr lang="en-US" smtClean="0"/>
              <a:t>4/15/2026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37B9530-4492-4330-86BD-F12047D16484}" type="slidenum">
              <a:rPr lang="en-US" smtClean="0"/>
              <a:t>‹#›</a:t>
            </a:fld>
            <a:endParaRPr lang="en-US"/>
          </a:p>
        </p:txBody>
      </p:sp>
    </p:spTree>
    <p:extLst>
      <p:ext uri="{BB962C8B-B14F-4D97-AF65-F5344CB8AC3E}">
        <p14:creationId xmlns:p14="http://schemas.microsoft.com/office/powerpoint/2010/main" val="345465474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1421" y="2278913"/>
            <a:ext cx="26112371" cy="8273416"/>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2081421" y="11394520"/>
            <a:ext cx="26112371" cy="2715859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2081421" y="39672756"/>
            <a:ext cx="6811923" cy="2278904"/>
          </a:xfrm>
          <a:prstGeom prst="rect">
            <a:avLst/>
          </a:prstGeom>
        </p:spPr>
        <p:txBody>
          <a:bodyPr vert="horz" lIns="91440" tIns="45720" rIns="91440" bIns="45720" rtlCol="0" anchor="ctr"/>
          <a:lstStyle>
            <a:lvl1pPr algn="l">
              <a:defRPr sz="3973">
                <a:solidFill>
                  <a:schemeClr val="tx1">
                    <a:tint val="82000"/>
                  </a:schemeClr>
                </a:solidFill>
              </a:defRPr>
            </a:lvl1pPr>
          </a:lstStyle>
          <a:p>
            <a:fld id="{0318CD84-0D14-4492-9E3E-FD3916E264EE}" type="datetimeFigureOut">
              <a:rPr lang="en-US" smtClean="0"/>
              <a:t>4/15/2026</a:t>
            </a:fld>
            <a:endParaRPr lang="en-US"/>
          </a:p>
        </p:txBody>
      </p:sp>
      <p:sp>
        <p:nvSpPr>
          <p:cNvPr id="5" name="Footer Placeholder 4"/>
          <p:cNvSpPr>
            <a:spLocks noGrp="1"/>
          </p:cNvSpPr>
          <p:nvPr>
            <p:ph type="ftr" sz="quarter" idx="3"/>
          </p:nvPr>
        </p:nvSpPr>
        <p:spPr>
          <a:xfrm>
            <a:off x="10028665" y="39672756"/>
            <a:ext cx="10217884" cy="2278904"/>
          </a:xfrm>
          <a:prstGeom prst="rect">
            <a:avLst/>
          </a:prstGeom>
        </p:spPr>
        <p:txBody>
          <a:bodyPr vert="horz" lIns="91440" tIns="45720" rIns="91440" bIns="45720" rtlCol="0" anchor="ctr"/>
          <a:lstStyle>
            <a:lvl1pPr algn="ctr">
              <a:defRPr sz="3973">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21381869" y="39672756"/>
            <a:ext cx="6811923" cy="2278904"/>
          </a:xfrm>
          <a:prstGeom prst="rect">
            <a:avLst/>
          </a:prstGeom>
        </p:spPr>
        <p:txBody>
          <a:bodyPr vert="horz" lIns="91440" tIns="45720" rIns="91440" bIns="45720" rtlCol="0" anchor="ctr"/>
          <a:lstStyle>
            <a:lvl1pPr algn="r">
              <a:defRPr sz="3973">
                <a:solidFill>
                  <a:schemeClr val="tx1">
                    <a:tint val="82000"/>
                  </a:schemeClr>
                </a:solidFill>
              </a:defRPr>
            </a:lvl1pPr>
          </a:lstStyle>
          <a:p>
            <a:fld id="{837B9530-4492-4330-86BD-F12047D16484}" type="slidenum">
              <a:rPr lang="en-US" smtClean="0"/>
              <a:t>‹#›</a:t>
            </a:fld>
            <a:endParaRPr lang="en-US"/>
          </a:p>
        </p:txBody>
      </p:sp>
    </p:spTree>
    <p:extLst>
      <p:ext uri="{BB962C8B-B14F-4D97-AF65-F5344CB8AC3E}">
        <p14:creationId xmlns:p14="http://schemas.microsoft.com/office/powerpoint/2010/main" val="288857132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3027487" rtl="0" eaLnBrk="1" latinLnBrk="0" hangingPunct="1">
        <a:lnSpc>
          <a:spcPct val="90000"/>
        </a:lnSpc>
        <a:spcBef>
          <a:spcPct val="0"/>
        </a:spcBef>
        <a:buNone/>
        <a:defRPr sz="14568" kern="1200">
          <a:solidFill>
            <a:schemeClr val="tx1"/>
          </a:solidFill>
          <a:latin typeface="+mj-lt"/>
          <a:ea typeface="+mj-ea"/>
          <a:cs typeface="+mj-cs"/>
        </a:defRPr>
      </a:lvl1pPr>
    </p:titleStyle>
    <p:bodyStyle>
      <a:lvl1pPr marL="756872" indent="-756872" algn="l" defTabSz="3027487" rtl="0" eaLnBrk="1" latinLnBrk="0" hangingPunct="1">
        <a:lnSpc>
          <a:spcPct val="90000"/>
        </a:lnSpc>
        <a:spcBef>
          <a:spcPts val="3311"/>
        </a:spcBef>
        <a:buFont typeface="Arial" panose="020B0604020202020204" pitchFamily="34" charset="0"/>
        <a:buChar char="•"/>
        <a:defRPr sz="9271" kern="1200">
          <a:solidFill>
            <a:schemeClr val="tx1"/>
          </a:solidFill>
          <a:latin typeface="+mn-lt"/>
          <a:ea typeface="+mn-ea"/>
          <a:cs typeface="+mn-cs"/>
        </a:defRPr>
      </a:lvl1pPr>
      <a:lvl2pPr marL="2270615" indent="-756872" algn="l" defTabSz="3027487" rtl="0" eaLnBrk="1" latinLnBrk="0" hangingPunct="1">
        <a:lnSpc>
          <a:spcPct val="90000"/>
        </a:lnSpc>
        <a:spcBef>
          <a:spcPts val="1655"/>
        </a:spcBef>
        <a:buFont typeface="Arial" panose="020B0604020202020204" pitchFamily="34" charset="0"/>
        <a:buChar char="•"/>
        <a:defRPr sz="7946" kern="1200">
          <a:solidFill>
            <a:schemeClr val="tx1"/>
          </a:solidFill>
          <a:latin typeface="+mn-lt"/>
          <a:ea typeface="+mn-ea"/>
          <a:cs typeface="+mn-cs"/>
        </a:defRPr>
      </a:lvl2pPr>
      <a:lvl3pPr marL="3784359" indent="-756872" algn="l" defTabSz="3027487" rtl="0" eaLnBrk="1" latinLnBrk="0" hangingPunct="1">
        <a:lnSpc>
          <a:spcPct val="90000"/>
        </a:lnSpc>
        <a:spcBef>
          <a:spcPts val="1655"/>
        </a:spcBef>
        <a:buFont typeface="Arial" panose="020B0604020202020204" pitchFamily="34" charset="0"/>
        <a:buChar char="•"/>
        <a:defRPr sz="6622" kern="1200">
          <a:solidFill>
            <a:schemeClr val="tx1"/>
          </a:solidFill>
          <a:latin typeface="+mn-lt"/>
          <a:ea typeface="+mn-ea"/>
          <a:cs typeface="+mn-cs"/>
        </a:defRPr>
      </a:lvl3pPr>
      <a:lvl4pPr marL="5298102"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4pPr>
      <a:lvl5pPr marL="681184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p:bodyStyle>
    <p:otherStyle>
      <a:defPPr>
        <a:defRPr lang="en-US"/>
      </a:defPPr>
      <a:lvl1pPr marL="0" algn="l" defTabSz="3027487" rtl="0" eaLnBrk="1" latinLnBrk="0" hangingPunct="1">
        <a:defRPr sz="5960" kern="1200">
          <a:solidFill>
            <a:schemeClr val="tx1"/>
          </a:solidFill>
          <a:latin typeface="+mn-lt"/>
          <a:ea typeface="+mn-ea"/>
          <a:cs typeface="+mn-cs"/>
        </a:defRPr>
      </a:lvl1pPr>
      <a:lvl2pPr marL="1513743" algn="l" defTabSz="3027487" rtl="0" eaLnBrk="1" latinLnBrk="0" hangingPunct="1">
        <a:defRPr sz="5960" kern="1200">
          <a:solidFill>
            <a:schemeClr val="tx1"/>
          </a:solidFill>
          <a:latin typeface="+mn-lt"/>
          <a:ea typeface="+mn-ea"/>
          <a:cs typeface="+mn-cs"/>
        </a:defRPr>
      </a:lvl2pPr>
      <a:lvl3pPr marL="3027487" algn="l" defTabSz="3027487" rtl="0" eaLnBrk="1" latinLnBrk="0" hangingPunct="1">
        <a:defRPr sz="5960" kern="1200">
          <a:solidFill>
            <a:schemeClr val="tx1"/>
          </a:solidFill>
          <a:latin typeface="+mn-lt"/>
          <a:ea typeface="+mn-ea"/>
          <a:cs typeface="+mn-cs"/>
        </a:defRPr>
      </a:lvl3pPr>
      <a:lvl4pPr marL="4541230" algn="l" defTabSz="3027487" rtl="0" eaLnBrk="1" latinLnBrk="0" hangingPunct="1">
        <a:defRPr sz="5960" kern="1200">
          <a:solidFill>
            <a:schemeClr val="tx1"/>
          </a:solidFill>
          <a:latin typeface="+mn-lt"/>
          <a:ea typeface="+mn-ea"/>
          <a:cs typeface="+mn-cs"/>
        </a:defRPr>
      </a:lvl4pPr>
      <a:lvl5pPr marL="6054974" algn="l" defTabSz="3027487" rtl="0" eaLnBrk="1" latinLnBrk="0" hangingPunct="1">
        <a:defRPr sz="5960" kern="1200">
          <a:solidFill>
            <a:schemeClr val="tx1"/>
          </a:solidFill>
          <a:latin typeface="+mn-lt"/>
          <a:ea typeface="+mn-ea"/>
          <a:cs typeface="+mn-cs"/>
        </a:defRPr>
      </a:lvl5pPr>
      <a:lvl6pPr marL="7568717" algn="l" defTabSz="3027487" rtl="0" eaLnBrk="1" latinLnBrk="0" hangingPunct="1">
        <a:defRPr sz="5960" kern="1200">
          <a:solidFill>
            <a:schemeClr val="tx1"/>
          </a:solidFill>
          <a:latin typeface="+mn-lt"/>
          <a:ea typeface="+mn-ea"/>
          <a:cs typeface="+mn-cs"/>
        </a:defRPr>
      </a:lvl6pPr>
      <a:lvl7pPr marL="9082461" algn="l" defTabSz="3027487" rtl="0" eaLnBrk="1" latinLnBrk="0" hangingPunct="1">
        <a:defRPr sz="5960" kern="1200">
          <a:solidFill>
            <a:schemeClr val="tx1"/>
          </a:solidFill>
          <a:latin typeface="+mn-lt"/>
          <a:ea typeface="+mn-ea"/>
          <a:cs typeface="+mn-cs"/>
        </a:defRPr>
      </a:lvl7pPr>
      <a:lvl8pPr marL="10596204" algn="l" defTabSz="3027487" rtl="0" eaLnBrk="1" latinLnBrk="0" hangingPunct="1">
        <a:defRPr sz="5960" kern="1200">
          <a:solidFill>
            <a:schemeClr val="tx1"/>
          </a:solidFill>
          <a:latin typeface="+mn-lt"/>
          <a:ea typeface="+mn-ea"/>
          <a:cs typeface="+mn-cs"/>
        </a:defRPr>
      </a:lvl8pPr>
      <a:lvl9pPr marL="12109948" algn="l" defTabSz="3027487" rtl="0" eaLnBrk="1" latinLnBrk="0" hangingPunct="1">
        <a:defRPr sz="596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13" Type="http://schemas.openxmlformats.org/officeDocument/2006/relationships/image" Target="../media/image12.emf"/><Relationship Id="rId3" Type="http://schemas.openxmlformats.org/officeDocument/2006/relationships/image" Target="../media/image2.png"/><Relationship Id="rId7" Type="http://schemas.openxmlformats.org/officeDocument/2006/relationships/image" Target="../media/image6.png"/><Relationship Id="rId12" Type="http://schemas.openxmlformats.org/officeDocument/2006/relationships/image" Target="../media/image11.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5.png"/><Relationship Id="rId11" Type="http://schemas.openxmlformats.org/officeDocument/2006/relationships/image" Target="../media/image10.png"/><Relationship Id="rId5" Type="http://schemas.openxmlformats.org/officeDocument/2006/relationships/image" Target="../media/image4.png"/><Relationship Id="rId10" Type="http://schemas.openxmlformats.org/officeDocument/2006/relationships/image" Target="../media/image9.png"/><Relationship Id="rId4" Type="http://schemas.openxmlformats.org/officeDocument/2006/relationships/image" Target="../media/image3.png"/><Relationship Id="rId9" Type="http://schemas.openxmlformats.org/officeDocument/2006/relationships/image" Target="../media/image8.png"/><Relationship Id="rId14"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54;p13">
            <a:extLst>
              <a:ext uri="{FF2B5EF4-FFF2-40B4-BE49-F238E27FC236}">
                <a16:creationId xmlns:a16="http://schemas.microsoft.com/office/drawing/2014/main" id="{4FC834D6-1CFF-7A4E-9FD5-38159FF77297}"/>
              </a:ext>
            </a:extLst>
          </p:cNvPr>
          <p:cNvSpPr>
            <a:spLocks/>
          </p:cNvSpPr>
          <p:nvPr/>
        </p:nvSpPr>
        <p:spPr>
          <a:xfrm>
            <a:off x="-275" y="0"/>
            <a:ext cx="30275213" cy="3688245"/>
          </a:xfrm>
          <a:prstGeom prst="rect">
            <a:avLst/>
          </a:prstGeom>
          <a:solidFill>
            <a:srgbClr val="DEF1FF"/>
          </a:solidFill>
          <a:ln>
            <a:noFill/>
          </a:ln>
        </p:spPr>
        <p:txBody>
          <a:bodyPr spcFirstLastPara="1" wrap="square" lIns="345550" tIns="345550" rIns="345550" bIns="345550" anchor="ctr" anchorCtr="0">
            <a:noAutofit/>
          </a:bodyPr>
          <a:lstStyle/>
          <a:p>
            <a:pPr marL="0" lvl="0" indent="0" algn="l" rtl="0">
              <a:spcBef>
                <a:spcPts val="0"/>
              </a:spcBef>
              <a:spcAft>
                <a:spcPts val="0"/>
              </a:spcAft>
              <a:buNone/>
            </a:pPr>
            <a:endParaRPr/>
          </a:p>
        </p:txBody>
      </p:sp>
      <p:sp>
        <p:nvSpPr>
          <p:cNvPr id="5" name="Google Shape;58;p13">
            <a:extLst>
              <a:ext uri="{FF2B5EF4-FFF2-40B4-BE49-F238E27FC236}">
                <a16:creationId xmlns:a16="http://schemas.microsoft.com/office/drawing/2014/main" id="{2A1CBB51-01F1-938B-BB40-99C7A94D921C}"/>
              </a:ext>
            </a:extLst>
          </p:cNvPr>
          <p:cNvSpPr txBox="1">
            <a:spLocks/>
          </p:cNvSpPr>
          <p:nvPr/>
        </p:nvSpPr>
        <p:spPr>
          <a:xfrm>
            <a:off x="3849269" y="-273903"/>
            <a:ext cx="22801903" cy="2455800"/>
          </a:xfrm>
          <a:prstGeom prst="rect">
            <a:avLst/>
          </a:prstGeom>
          <a:noFill/>
          <a:ln>
            <a:noFill/>
          </a:ln>
        </p:spPr>
        <p:txBody>
          <a:bodyPr spcFirstLastPara="1" wrap="square" lIns="464700" tIns="464700" rIns="464700" bIns="464700" anchor="t" anchorCtr="0">
            <a:noAutofit/>
          </a:bodyPr>
          <a:lstStyle>
            <a:defPPr marR="0" lvl="0" algn="l" rtl="0">
              <a:lnSpc>
                <a:spcPct val="100000"/>
              </a:lnSpc>
              <a:spcBef>
                <a:spcPts val="0"/>
              </a:spcBef>
              <a:spcAft>
                <a:spcPts val="0"/>
              </a:spcAft>
            </a:defPPr>
            <a:lvl1pPr marL="457200" marR="0" lvl="0" indent="-806450" algn="ctr" rtl="0">
              <a:lnSpc>
                <a:spcPct val="100000"/>
              </a:lnSpc>
              <a:spcBef>
                <a:spcPts val="0"/>
              </a:spcBef>
              <a:spcAft>
                <a:spcPts val="0"/>
              </a:spcAft>
              <a:buClr>
                <a:schemeClr val="dk2"/>
              </a:buClr>
              <a:buSzPts val="14400"/>
              <a:buFont typeface="Arial"/>
              <a:buNone/>
              <a:defRPr sz="14400" b="0" i="0" u="none" strike="noStrike" cap="none">
                <a:solidFill>
                  <a:schemeClr val="dk2"/>
                </a:solidFill>
                <a:latin typeface="Arial"/>
                <a:ea typeface="Arial"/>
                <a:cs typeface="Arial"/>
                <a:sym typeface="Arial"/>
              </a:defRPr>
            </a:lvl1pPr>
            <a:lvl2pPr marL="914400" marR="0" lvl="1" indent="-685800" algn="ctr" rtl="0">
              <a:lnSpc>
                <a:spcPct val="100000"/>
              </a:lnSpc>
              <a:spcBef>
                <a:spcPts val="0"/>
              </a:spcBef>
              <a:spcAft>
                <a:spcPts val="0"/>
              </a:spcAft>
              <a:buClr>
                <a:schemeClr val="dk2"/>
              </a:buClr>
              <a:buSzPts val="14400"/>
              <a:buFont typeface="Arial"/>
              <a:buNone/>
              <a:defRPr sz="14400" b="0" i="0" u="none" strike="noStrike" cap="none">
                <a:solidFill>
                  <a:schemeClr val="dk2"/>
                </a:solidFill>
                <a:latin typeface="Arial"/>
                <a:ea typeface="Arial"/>
                <a:cs typeface="Arial"/>
                <a:sym typeface="Arial"/>
              </a:defRPr>
            </a:lvl2pPr>
            <a:lvl3pPr marL="1371600" marR="0" lvl="2" indent="-685800" algn="ctr" rtl="0">
              <a:lnSpc>
                <a:spcPct val="100000"/>
              </a:lnSpc>
              <a:spcBef>
                <a:spcPts val="0"/>
              </a:spcBef>
              <a:spcAft>
                <a:spcPts val="0"/>
              </a:spcAft>
              <a:buClr>
                <a:schemeClr val="dk2"/>
              </a:buClr>
              <a:buSzPts val="14400"/>
              <a:buFont typeface="Arial"/>
              <a:buNone/>
              <a:defRPr sz="14400" b="0" i="0" u="none" strike="noStrike" cap="none">
                <a:solidFill>
                  <a:schemeClr val="dk2"/>
                </a:solidFill>
                <a:latin typeface="Arial"/>
                <a:ea typeface="Arial"/>
                <a:cs typeface="Arial"/>
                <a:sym typeface="Arial"/>
              </a:defRPr>
            </a:lvl3pPr>
            <a:lvl4pPr marL="1828800" marR="0" lvl="3" indent="-685800" algn="ctr" rtl="0">
              <a:lnSpc>
                <a:spcPct val="100000"/>
              </a:lnSpc>
              <a:spcBef>
                <a:spcPts val="0"/>
              </a:spcBef>
              <a:spcAft>
                <a:spcPts val="0"/>
              </a:spcAft>
              <a:buClr>
                <a:schemeClr val="dk2"/>
              </a:buClr>
              <a:buSzPts val="14400"/>
              <a:buFont typeface="Arial"/>
              <a:buNone/>
              <a:defRPr sz="14400" b="0" i="0" u="none" strike="noStrike" cap="none">
                <a:solidFill>
                  <a:schemeClr val="dk2"/>
                </a:solidFill>
                <a:latin typeface="Arial"/>
                <a:ea typeface="Arial"/>
                <a:cs typeface="Arial"/>
                <a:sym typeface="Arial"/>
              </a:defRPr>
            </a:lvl4pPr>
            <a:lvl5pPr marL="2286000" marR="0" lvl="4" indent="-685800" algn="ctr" rtl="0">
              <a:lnSpc>
                <a:spcPct val="100000"/>
              </a:lnSpc>
              <a:spcBef>
                <a:spcPts val="0"/>
              </a:spcBef>
              <a:spcAft>
                <a:spcPts val="0"/>
              </a:spcAft>
              <a:buClr>
                <a:schemeClr val="dk2"/>
              </a:buClr>
              <a:buSzPts val="14400"/>
              <a:buFont typeface="Arial"/>
              <a:buNone/>
              <a:defRPr sz="14400" b="0" i="0" u="none" strike="noStrike" cap="none">
                <a:solidFill>
                  <a:schemeClr val="dk2"/>
                </a:solidFill>
                <a:latin typeface="Arial"/>
                <a:ea typeface="Arial"/>
                <a:cs typeface="Arial"/>
                <a:sym typeface="Arial"/>
              </a:defRPr>
            </a:lvl5pPr>
            <a:lvl6pPr marL="2743200" marR="0" lvl="5" indent="-685800" algn="ctr" rtl="0">
              <a:lnSpc>
                <a:spcPct val="100000"/>
              </a:lnSpc>
              <a:spcBef>
                <a:spcPts val="0"/>
              </a:spcBef>
              <a:spcAft>
                <a:spcPts val="0"/>
              </a:spcAft>
              <a:buClr>
                <a:schemeClr val="dk2"/>
              </a:buClr>
              <a:buSzPts val="14400"/>
              <a:buFont typeface="Arial"/>
              <a:buNone/>
              <a:defRPr sz="14400" b="0" i="0" u="none" strike="noStrike" cap="none">
                <a:solidFill>
                  <a:schemeClr val="dk2"/>
                </a:solidFill>
                <a:latin typeface="Arial"/>
                <a:ea typeface="Arial"/>
                <a:cs typeface="Arial"/>
                <a:sym typeface="Arial"/>
              </a:defRPr>
            </a:lvl6pPr>
            <a:lvl7pPr marL="3200400" marR="0" lvl="6" indent="-685800" algn="ctr" rtl="0">
              <a:lnSpc>
                <a:spcPct val="100000"/>
              </a:lnSpc>
              <a:spcBef>
                <a:spcPts val="0"/>
              </a:spcBef>
              <a:spcAft>
                <a:spcPts val="0"/>
              </a:spcAft>
              <a:buClr>
                <a:schemeClr val="dk2"/>
              </a:buClr>
              <a:buSzPts val="14400"/>
              <a:buFont typeface="Arial"/>
              <a:buNone/>
              <a:defRPr sz="14400" b="0" i="0" u="none" strike="noStrike" cap="none">
                <a:solidFill>
                  <a:schemeClr val="dk2"/>
                </a:solidFill>
                <a:latin typeface="Arial"/>
                <a:ea typeface="Arial"/>
                <a:cs typeface="Arial"/>
                <a:sym typeface="Arial"/>
              </a:defRPr>
            </a:lvl7pPr>
            <a:lvl8pPr marL="3657600" marR="0" lvl="7" indent="-685800" algn="ctr" rtl="0">
              <a:lnSpc>
                <a:spcPct val="100000"/>
              </a:lnSpc>
              <a:spcBef>
                <a:spcPts val="0"/>
              </a:spcBef>
              <a:spcAft>
                <a:spcPts val="0"/>
              </a:spcAft>
              <a:buClr>
                <a:schemeClr val="dk2"/>
              </a:buClr>
              <a:buSzPts val="14400"/>
              <a:buFont typeface="Arial"/>
              <a:buNone/>
              <a:defRPr sz="14400" b="0" i="0" u="none" strike="noStrike" cap="none">
                <a:solidFill>
                  <a:schemeClr val="dk2"/>
                </a:solidFill>
                <a:latin typeface="Arial"/>
                <a:ea typeface="Arial"/>
                <a:cs typeface="Arial"/>
                <a:sym typeface="Arial"/>
              </a:defRPr>
            </a:lvl8pPr>
            <a:lvl9pPr marL="4114800" marR="0" lvl="8" indent="-685800" algn="ctr" rtl="0">
              <a:lnSpc>
                <a:spcPct val="100000"/>
              </a:lnSpc>
              <a:spcBef>
                <a:spcPts val="0"/>
              </a:spcBef>
              <a:spcAft>
                <a:spcPts val="0"/>
              </a:spcAft>
              <a:buClr>
                <a:schemeClr val="dk2"/>
              </a:buClr>
              <a:buSzPts val="14400"/>
              <a:buFont typeface="Arial"/>
              <a:buNone/>
              <a:defRPr sz="14400" b="0" i="0" u="none" strike="noStrike" cap="none">
                <a:solidFill>
                  <a:schemeClr val="dk2"/>
                </a:solidFill>
                <a:latin typeface="Arial"/>
                <a:ea typeface="Arial"/>
                <a:cs typeface="Arial"/>
                <a:sym typeface="Arial"/>
              </a:defRPr>
            </a:lvl9pPr>
          </a:lstStyle>
          <a:p>
            <a:pPr marL="0" indent="0">
              <a:lnSpc>
                <a:spcPct val="120000"/>
              </a:lnSpc>
            </a:pPr>
            <a:r>
              <a:rPr lang="en-US" sz="6000" b="1">
                <a:solidFill>
                  <a:srgbClr val="1F4E79"/>
                </a:solidFill>
                <a:latin typeface="Oswald"/>
                <a:ea typeface="Oswald"/>
                <a:cs typeface="Oswald"/>
                <a:sym typeface="Oswald"/>
              </a:rPr>
              <a:t>DESIGN OF A CLOCK-DOMAIN MULTIPLEXER WITH DEADLOCK DETECTION AND RECOVERY CAPABILITY FOR FPGA SOC APPLICATIONS</a:t>
            </a:r>
            <a:endParaRPr lang="vi-VN" sz="6000" b="1">
              <a:solidFill>
                <a:srgbClr val="1F4E79"/>
              </a:solidFill>
              <a:latin typeface="Oswald"/>
              <a:ea typeface="Oswald"/>
              <a:cs typeface="Oswald"/>
              <a:sym typeface="Oswald"/>
            </a:endParaRPr>
          </a:p>
        </p:txBody>
      </p:sp>
      <p:pic>
        <p:nvPicPr>
          <p:cNvPr id="1026" name="Picture 2">
            <a:extLst>
              <a:ext uri="{FF2B5EF4-FFF2-40B4-BE49-F238E27FC236}">
                <a16:creationId xmlns:a16="http://schemas.microsoft.com/office/drawing/2014/main" id="{2ABF1028-2657-819E-1B07-3321528E32E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57790" y="8756940"/>
            <a:ext cx="8888913" cy="3757444"/>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A2BA338A-544F-6DE4-171B-7198280D49A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20" t="-1" r="15691" b="-393"/>
          <a:stretch>
            <a:fillRect/>
          </a:stretch>
        </p:blipFill>
        <p:spPr bwMode="auto">
          <a:xfrm>
            <a:off x="13600392" y="8878091"/>
            <a:ext cx="15822732" cy="1581280"/>
          </a:xfrm>
          <a:prstGeom prst="rect">
            <a:avLst/>
          </a:prstGeom>
          <a:noFill/>
          <a:extLst>
            <a:ext uri="{909E8E84-426E-40DD-AFC4-6F175D3DCCD1}">
              <a14:hiddenFill xmlns:a14="http://schemas.microsoft.com/office/drawing/2010/main">
                <a:solidFill>
                  <a:srgbClr val="FFFFFF"/>
                </a:solidFill>
              </a14:hiddenFill>
            </a:ext>
          </a:extLst>
        </p:spPr>
      </p:pic>
      <p:sp>
        <p:nvSpPr>
          <p:cNvPr id="6" name="Google Shape;59;p13">
            <a:extLst>
              <a:ext uri="{FF2B5EF4-FFF2-40B4-BE49-F238E27FC236}">
                <a16:creationId xmlns:a16="http://schemas.microsoft.com/office/drawing/2014/main" id="{5162584F-4F30-DEBC-F8E5-F85AD1FBC4B6}"/>
              </a:ext>
            </a:extLst>
          </p:cNvPr>
          <p:cNvSpPr txBox="1">
            <a:spLocks noGrp="1"/>
          </p:cNvSpPr>
          <p:nvPr>
            <p:ph type="subTitle" idx="1"/>
          </p:nvPr>
        </p:nvSpPr>
        <p:spPr>
          <a:xfrm>
            <a:off x="45445" y="1880608"/>
            <a:ext cx="30275213" cy="2151000"/>
          </a:xfrm>
          <a:prstGeom prst="rect">
            <a:avLst/>
          </a:prstGeom>
        </p:spPr>
        <p:txBody>
          <a:bodyPr spcFirstLastPara="1" wrap="square" lIns="464700" tIns="464700" rIns="464700" bIns="464700" anchor="t" anchorCtr="0">
            <a:noAutofit/>
          </a:bodyPr>
          <a:lstStyle/>
          <a:p>
            <a:pPr marL="0" lvl="0" indent="0" algn="ctr" rtl="0">
              <a:lnSpc>
                <a:spcPct val="100000"/>
              </a:lnSpc>
              <a:spcBef>
                <a:spcPts val="0"/>
              </a:spcBef>
              <a:spcAft>
                <a:spcPts val="0"/>
              </a:spcAft>
              <a:buSzPts val="2450"/>
              <a:buNone/>
            </a:pPr>
            <a:r>
              <a:rPr lang="en" sz="4000" b="1" i="1">
                <a:solidFill>
                  <a:srgbClr val="1F4E79"/>
                </a:solidFill>
                <a:latin typeface="Times New Roman"/>
                <a:ea typeface="Times New Roman"/>
                <a:cs typeface="Times New Roman"/>
                <a:sym typeface="Times New Roman"/>
              </a:rPr>
              <a:t>Authors: Vu Thi Phuong*, Truong Hai Minh, PhD.Le Van Thuan</a:t>
            </a:r>
            <a:endParaRPr sz="4000" b="1" i="1">
              <a:solidFill>
                <a:srgbClr val="1F4E79"/>
              </a:solidFill>
              <a:latin typeface="Times New Roman"/>
              <a:ea typeface="Times New Roman"/>
              <a:cs typeface="Times New Roman"/>
              <a:sym typeface="Times New Roman"/>
            </a:endParaRPr>
          </a:p>
          <a:p>
            <a:pPr lvl="0">
              <a:lnSpc>
                <a:spcPct val="100000"/>
              </a:lnSpc>
              <a:spcBef>
                <a:spcPts val="0"/>
              </a:spcBef>
              <a:buSzPts val="2450"/>
            </a:pPr>
            <a:r>
              <a:rPr lang="en-US" sz="4000" b="1" i="1">
                <a:solidFill>
                  <a:srgbClr val="1F4E79"/>
                </a:solidFill>
                <a:latin typeface="Times New Roman"/>
                <a:ea typeface="Times New Roman"/>
                <a:cs typeface="Times New Roman"/>
                <a:sym typeface="Times New Roman"/>
              </a:rPr>
              <a:t>Affiliate</a:t>
            </a:r>
            <a:r>
              <a:rPr lang="en" sz="4000" b="1" i="1">
                <a:solidFill>
                  <a:srgbClr val="1F4E79"/>
                </a:solidFill>
                <a:latin typeface="Times New Roman"/>
                <a:ea typeface="Times New Roman"/>
                <a:cs typeface="Times New Roman"/>
                <a:sym typeface="Times New Roman"/>
              </a:rPr>
              <a:t>: </a:t>
            </a:r>
            <a:r>
              <a:rPr lang="en-US" sz="4000" b="1" i="1">
                <a:solidFill>
                  <a:srgbClr val="1F4E79"/>
                </a:solidFill>
                <a:latin typeface="Times New Roman"/>
                <a:ea typeface="Times New Roman"/>
                <a:cs typeface="Times New Roman"/>
                <a:sym typeface="Times New Roman"/>
              </a:rPr>
              <a:t>Faculty of Electrical and Electronic Engineering, Phenikaa School of Engineering, Phenikaa University</a:t>
            </a:r>
            <a:endParaRPr sz="4000" b="1" i="1">
              <a:solidFill>
                <a:srgbClr val="1F4E79"/>
              </a:solidFill>
              <a:latin typeface="Times New Roman"/>
              <a:ea typeface="Times New Roman"/>
              <a:cs typeface="Times New Roman"/>
              <a:sym typeface="Times New Roman"/>
            </a:endParaRPr>
          </a:p>
        </p:txBody>
      </p:sp>
      <p:sp>
        <p:nvSpPr>
          <p:cNvPr id="7" name="Google Shape;60;p13">
            <a:extLst>
              <a:ext uri="{FF2B5EF4-FFF2-40B4-BE49-F238E27FC236}">
                <a16:creationId xmlns:a16="http://schemas.microsoft.com/office/drawing/2014/main" id="{CF6424F8-A46E-0120-213C-B29A1BC4E13E}"/>
              </a:ext>
            </a:extLst>
          </p:cNvPr>
          <p:cNvSpPr>
            <a:spLocks/>
          </p:cNvSpPr>
          <p:nvPr/>
        </p:nvSpPr>
        <p:spPr>
          <a:xfrm>
            <a:off x="738782" y="3855090"/>
            <a:ext cx="28800000" cy="3299748"/>
          </a:xfrm>
          <a:prstGeom prst="rect">
            <a:avLst/>
          </a:prstGeom>
          <a:noFill/>
          <a:ln w="76200" cap="flat" cmpd="sng">
            <a:solidFill>
              <a:srgbClr val="D9D9D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300"/>
          </a:p>
        </p:txBody>
      </p:sp>
      <p:sp>
        <p:nvSpPr>
          <p:cNvPr id="10" name="Google Shape;61;p13">
            <a:extLst>
              <a:ext uri="{FF2B5EF4-FFF2-40B4-BE49-F238E27FC236}">
                <a16:creationId xmlns:a16="http://schemas.microsoft.com/office/drawing/2014/main" id="{70D7523A-4982-5DDE-C24A-D00D4D7341E1}"/>
              </a:ext>
            </a:extLst>
          </p:cNvPr>
          <p:cNvSpPr txBox="1">
            <a:spLocks/>
          </p:cNvSpPr>
          <p:nvPr/>
        </p:nvSpPr>
        <p:spPr>
          <a:xfrm>
            <a:off x="872723" y="3555981"/>
            <a:ext cx="28550401" cy="2275490"/>
          </a:xfrm>
          <a:prstGeom prst="rect">
            <a:avLst/>
          </a:prstGeom>
        </p:spPr>
        <p:txBody>
          <a:bodyPr spcFirstLastPara="1" vert="horz" wrap="square" lIns="464700" tIns="464700" rIns="464700" bIns="464700" rtlCol="0" anchor="t" anchorCtr="0">
            <a:normAutofit/>
          </a:bodyPr>
          <a:lstStyle>
            <a:lvl1pPr marL="0" indent="0" algn="ctr" defTabSz="3027487" rtl="0" eaLnBrk="1" latinLnBrk="0" hangingPunct="1">
              <a:lnSpc>
                <a:spcPct val="90000"/>
              </a:lnSpc>
              <a:spcBef>
                <a:spcPts val="3311"/>
              </a:spcBef>
              <a:buFont typeface="Arial" panose="020B0604020202020204" pitchFamily="34" charset="0"/>
              <a:buNone/>
              <a:defRPr sz="7946" kern="1200">
                <a:solidFill>
                  <a:schemeClr val="tx1"/>
                </a:solidFill>
                <a:latin typeface="+mn-lt"/>
                <a:ea typeface="+mn-ea"/>
                <a:cs typeface="+mn-cs"/>
              </a:defRPr>
            </a:lvl1pPr>
            <a:lvl2pPr marL="1513743" indent="0" algn="ctr" defTabSz="3027487" rtl="0" eaLnBrk="1" latinLnBrk="0" hangingPunct="1">
              <a:lnSpc>
                <a:spcPct val="90000"/>
              </a:lnSpc>
              <a:spcBef>
                <a:spcPts val="1655"/>
              </a:spcBef>
              <a:buFont typeface="Arial" panose="020B0604020202020204" pitchFamily="34" charset="0"/>
              <a:buNone/>
              <a:defRPr sz="6622" kern="1200">
                <a:solidFill>
                  <a:schemeClr val="tx1"/>
                </a:solidFill>
                <a:latin typeface="+mn-lt"/>
                <a:ea typeface="+mn-ea"/>
                <a:cs typeface="+mn-cs"/>
              </a:defRPr>
            </a:lvl2pPr>
            <a:lvl3pPr marL="3027487" indent="0" algn="ctr" defTabSz="3027487" rtl="0" eaLnBrk="1" latinLnBrk="0" hangingPunct="1">
              <a:lnSpc>
                <a:spcPct val="90000"/>
              </a:lnSpc>
              <a:spcBef>
                <a:spcPts val="1655"/>
              </a:spcBef>
              <a:buFont typeface="Arial" panose="020B0604020202020204" pitchFamily="34" charset="0"/>
              <a:buNone/>
              <a:defRPr sz="5960" kern="1200">
                <a:solidFill>
                  <a:schemeClr val="tx1"/>
                </a:solidFill>
                <a:latin typeface="+mn-lt"/>
                <a:ea typeface="+mn-ea"/>
                <a:cs typeface="+mn-cs"/>
              </a:defRPr>
            </a:lvl3pPr>
            <a:lvl4pPr marL="4541230" indent="0" algn="ctr" defTabSz="3027487" rtl="0" eaLnBrk="1" latinLnBrk="0" hangingPunct="1">
              <a:lnSpc>
                <a:spcPct val="90000"/>
              </a:lnSpc>
              <a:spcBef>
                <a:spcPts val="1655"/>
              </a:spcBef>
              <a:buFont typeface="Arial" panose="020B0604020202020204" pitchFamily="34" charset="0"/>
              <a:buNone/>
              <a:defRPr sz="5297" kern="1200">
                <a:solidFill>
                  <a:schemeClr val="tx1"/>
                </a:solidFill>
                <a:latin typeface="+mn-lt"/>
                <a:ea typeface="+mn-ea"/>
                <a:cs typeface="+mn-cs"/>
              </a:defRPr>
            </a:lvl4pPr>
            <a:lvl5pPr marL="6054974" indent="0" algn="ctr" defTabSz="3027487" rtl="0" eaLnBrk="1" latinLnBrk="0" hangingPunct="1">
              <a:lnSpc>
                <a:spcPct val="90000"/>
              </a:lnSpc>
              <a:spcBef>
                <a:spcPts val="1655"/>
              </a:spcBef>
              <a:buFont typeface="Arial" panose="020B0604020202020204" pitchFamily="34" charset="0"/>
              <a:buNone/>
              <a:defRPr sz="5297" kern="1200">
                <a:solidFill>
                  <a:schemeClr val="tx1"/>
                </a:solidFill>
                <a:latin typeface="+mn-lt"/>
                <a:ea typeface="+mn-ea"/>
                <a:cs typeface="+mn-cs"/>
              </a:defRPr>
            </a:lvl5pPr>
            <a:lvl6pPr marL="7568717" indent="0" algn="ctr" defTabSz="3027487" rtl="0" eaLnBrk="1" latinLnBrk="0" hangingPunct="1">
              <a:lnSpc>
                <a:spcPct val="90000"/>
              </a:lnSpc>
              <a:spcBef>
                <a:spcPts val="1655"/>
              </a:spcBef>
              <a:buFont typeface="Arial" panose="020B0604020202020204" pitchFamily="34" charset="0"/>
              <a:buNone/>
              <a:defRPr sz="5297" kern="1200">
                <a:solidFill>
                  <a:schemeClr val="tx1"/>
                </a:solidFill>
                <a:latin typeface="+mn-lt"/>
                <a:ea typeface="+mn-ea"/>
                <a:cs typeface="+mn-cs"/>
              </a:defRPr>
            </a:lvl6pPr>
            <a:lvl7pPr marL="9082461" indent="0" algn="ctr" defTabSz="3027487" rtl="0" eaLnBrk="1" latinLnBrk="0" hangingPunct="1">
              <a:lnSpc>
                <a:spcPct val="90000"/>
              </a:lnSpc>
              <a:spcBef>
                <a:spcPts val="1655"/>
              </a:spcBef>
              <a:buFont typeface="Arial" panose="020B0604020202020204" pitchFamily="34" charset="0"/>
              <a:buNone/>
              <a:defRPr sz="5297" kern="1200">
                <a:solidFill>
                  <a:schemeClr val="tx1"/>
                </a:solidFill>
                <a:latin typeface="+mn-lt"/>
                <a:ea typeface="+mn-ea"/>
                <a:cs typeface="+mn-cs"/>
              </a:defRPr>
            </a:lvl7pPr>
            <a:lvl8pPr marL="10596204" indent="0" algn="ctr" defTabSz="3027487" rtl="0" eaLnBrk="1" latinLnBrk="0" hangingPunct="1">
              <a:lnSpc>
                <a:spcPct val="90000"/>
              </a:lnSpc>
              <a:spcBef>
                <a:spcPts val="1655"/>
              </a:spcBef>
              <a:buFont typeface="Arial" panose="020B0604020202020204" pitchFamily="34" charset="0"/>
              <a:buNone/>
              <a:defRPr sz="5297" kern="1200">
                <a:solidFill>
                  <a:schemeClr val="tx1"/>
                </a:solidFill>
                <a:latin typeface="+mn-lt"/>
                <a:ea typeface="+mn-ea"/>
                <a:cs typeface="+mn-cs"/>
              </a:defRPr>
            </a:lvl8pPr>
            <a:lvl9pPr marL="12109948" indent="0" algn="ctr" defTabSz="3027487" rtl="0" eaLnBrk="1" latinLnBrk="0" hangingPunct="1">
              <a:lnSpc>
                <a:spcPct val="90000"/>
              </a:lnSpc>
              <a:spcBef>
                <a:spcPts val="1655"/>
              </a:spcBef>
              <a:buFont typeface="Arial" panose="020B0604020202020204" pitchFamily="34" charset="0"/>
              <a:buNone/>
              <a:defRPr sz="5297" kern="1200">
                <a:solidFill>
                  <a:schemeClr val="tx1"/>
                </a:solidFill>
                <a:latin typeface="+mn-lt"/>
                <a:ea typeface="+mn-ea"/>
                <a:cs typeface="+mn-cs"/>
              </a:defRPr>
            </a:lvl9pPr>
          </a:lstStyle>
          <a:p>
            <a:pPr>
              <a:spcBef>
                <a:spcPts val="0"/>
              </a:spcBef>
            </a:pPr>
            <a:r>
              <a:rPr lang="en-US" sz="3200" b="1">
                <a:solidFill>
                  <a:srgbClr val="1F4E79"/>
                </a:solidFill>
                <a:latin typeface="Oswald"/>
                <a:ea typeface="Oswald"/>
                <a:cs typeface="Oswald"/>
                <a:sym typeface="Oswald"/>
              </a:rPr>
              <a:t>ABSTRACT</a:t>
            </a:r>
          </a:p>
        </p:txBody>
      </p:sp>
      <p:sp>
        <p:nvSpPr>
          <p:cNvPr id="11" name="Google Shape;62;p13">
            <a:extLst>
              <a:ext uri="{FF2B5EF4-FFF2-40B4-BE49-F238E27FC236}">
                <a16:creationId xmlns:a16="http://schemas.microsoft.com/office/drawing/2014/main" id="{2522D946-F658-F015-93CC-DED12ABA5242}"/>
              </a:ext>
            </a:extLst>
          </p:cNvPr>
          <p:cNvSpPr txBox="1">
            <a:spLocks/>
          </p:cNvSpPr>
          <p:nvPr/>
        </p:nvSpPr>
        <p:spPr>
          <a:xfrm>
            <a:off x="745720" y="4031608"/>
            <a:ext cx="28799999" cy="3123230"/>
          </a:xfrm>
          <a:prstGeom prst="rect">
            <a:avLst/>
          </a:prstGeom>
          <a:noFill/>
          <a:ln>
            <a:noFill/>
          </a:ln>
        </p:spPr>
        <p:txBody>
          <a:bodyPr spcFirstLastPara="1" wrap="square" lIns="464700" tIns="464700" rIns="464700" bIns="464700" anchor="t" anchorCtr="0">
            <a:noAutofit/>
          </a:bodyPr>
          <a:lstStyle>
            <a:defPPr marR="0" lvl="0" algn="l" rtl="0">
              <a:lnSpc>
                <a:spcPct val="100000"/>
              </a:lnSpc>
              <a:spcBef>
                <a:spcPts val="0"/>
              </a:spcBef>
              <a:spcAft>
                <a:spcPts val="0"/>
              </a:spcAft>
            </a:defPPr>
            <a:lvl1pPr marL="457200" marR="0" lvl="0" indent="-806450" algn="ctr" rtl="0">
              <a:lnSpc>
                <a:spcPct val="100000"/>
              </a:lnSpc>
              <a:spcBef>
                <a:spcPts val="0"/>
              </a:spcBef>
              <a:spcAft>
                <a:spcPts val="0"/>
              </a:spcAft>
              <a:buClr>
                <a:schemeClr val="dk2"/>
              </a:buClr>
              <a:buSzPts val="14400"/>
              <a:buFont typeface="Arial"/>
              <a:buNone/>
              <a:defRPr sz="14400" b="0" i="0" u="none" strike="noStrike" cap="none">
                <a:solidFill>
                  <a:schemeClr val="dk2"/>
                </a:solidFill>
                <a:latin typeface="Arial"/>
                <a:ea typeface="Arial"/>
                <a:cs typeface="Arial"/>
                <a:sym typeface="Arial"/>
              </a:defRPr>
            </a:lvl1pPr>
            <a:lvl2pPr marL="914400" marR="0" lvl="1" indent="-685800" algn="ctr" rtl="0">
              <a:lnSpc>
                <a:spcPct val="100000"/>
              </a:lnSpc>
              <a:spcBef>
                <a:spcPts val="0"/>
              </a:spcBef>
              <a:spcAft>
                <a:spcPts val="0"/>
              </a:spcAft>
              <a:buClr>
                <a:schemeClr val="dk2"/>
              </a:buClr>
              <a:buSzPts val="14400"/>
              <a:buFont typeface="Arial"/>
              <a:buNone/>
              <a:defRPr sz="14400" b="0" i="0" u="none" strike="noStrike" cap="none">
                <a:solidFill>
                  <a:schemeClr val="dk2"/>
                </a:solidFill>
                <a:latin typeface="Arial"/>
                <a:ea typeface="Arial"/>
                <a:cs typeface="Arial"/>
                <a:sym typeface="Arial"/>
              </a:defRPr>
            </a:lvl2pPr>
            <a:lvl3pPr marL="1371600" marR="0" lvl="2" indent="-685800" algn="ctr" rtl="0">
              <a:lnSpc>
                <a:spcPct val="100000"/>
              </a:lnSpc>
              <a:spcBef>
                <a:spcPts val="0"/>
              </a:spcBef>
              <a:spcAft>
                <a:spcPts val="0"/>
              </a:spcAft>
              <a:buClr>
                <a:schemeClr val="dk2"/>
              </a:buClr>
              <a:buSzPts val="14400"/>
              <a:buFont typeface="Arial"/>
              <a:buNone/>
              <a:defRPr sz="14400" b="0" i="0" u="none" strike="noStrike" cap="none">
                <a:solidFill>
                  <a:schemeClr val="dk2"/>
                </a:solidFill>
                <a:latin typeface="Arial"/>
                <a:ea typeface="Arial"/>
                <a:cs typeface="Arial"/>
                <a:sym typeface="Arial"/>
              </a:defRPr>
            </a:lvl3pPr>
            <a:lvl4pPr marL="1828800" marR="0" lvl="3" indent="-685800" algn="ctr" rtl="0">
              <a:lnSpc>
                <a:spcPct val="100000"/>
              </a:lnSpc>
              <a:spcBef>
                <a:spcPts val="0"/>
              </a:spcBef>
              <a:spcAft>
                <a:spcPts val="0"/>
              </a:spcAft>
              <a:buClr>
                <a:schemeClr val="dk2"/>
              </a:buClr>
              <a:buSzPts val="14400"/>
              <a:buFont typeface="Arial"/>
              <a:buNone/>
              <a:defRPr sz="14400" b="0" i="0" u="none" strike="noStrike" cap="none">
                <a:solidFill>
                  <a:schemeClr val="dk2"/>
                </a:solidFill>
                <a:latin typeface="Arial"/>
                <a:ea typeface="Arial"/>
                <a:cs typeface="Arial"/>
                <a:sym typeface="Arial"/>
              </a:defRPr>
            </a:lvl4pPr>
            <a:lvl5pPr marL="2286000" marR="0" lvl="4" indent="-685800" algn="ctr" rtl="0">
              <a:lnSpc>
                <a:spcPct val="100000"/>
              </a:lnSpc>
              <a:spcBef>
                <a:spcPts val="0"/>
              </a:spcBef>
              <a:spcAft>
                <a:spcPts val="0"/>
              </a:spcAft>
              <a:buClr>
                <a:schemeClr val="dk2"/>
              </a:buClr>
              <a:buSzPts val="14400"/>
              <a:buFont typeface="Arial"/>
              <a:buNone/>
              <a:defRPr sz="14400" b="0" i="0" u="none" strike="noStrike" cap="none">
                <a:solidFill>
                  <a:schemeClr val="dk2"/>
                </a:solidFill>
                <a:latin typeface="Arial"/>
                <a:ea typeface="Arial"/>
                <a:cs typeface="Arial"/>
                <a:sym typeface="Arial"/>
              </a:defRPr>
            </a:lvl5pPr>
            <a:lvl6pPr marL="2743200" marR="0" lvl="5" indent="-685800" algn="ctr" rtl="0">
              <a:lnSpc>
                <a:spcPct val="100000"/>
              </a:lnSpc>
              <a:spcBef>
                <a:spcPts val="0"/>
              </a:spcBef>
              <a:spcAft>
                <a:spcPts val="0"/>
              </a:spcAft>
              <a:buClr>
                <a:schemeClr val="dk2"/>
              </a:buClr>
              <a:buSzPts val="14400"/>
              <a:buFont typeface="Arial"/>
              <a:buNone/>
              <a:defRPr sz="14400" b="0" i="0" u="none" strike="noStrike" cap="none">
                <a:solidFill>
                  <a:schemeClr val="dk2"/>
                </a:solidFill>
                <a:latin typeface="Arial"/>
                <a:ea typeface="Arial"/>
                <a:cs typeface="Arial"/>
                <a:sym typeface="Arial"/>
              </a:defRPr>
            </a:lvl6pPr>
            <a:lvl7pPr marL="3200400" marR="0" lvl="6" indent="-685800" algn="ctr" rtl="0">
              <a:lnSpc>
                <a:spcPct val="100000"/>
              </a:lnSpc>
              <a:spcBef>
                <a:spcPts val="0"/>
              </a:spcBef>
              <a:spcAft>
                <a:spcPts val="0"/>
              </a:spcAft>
              <a:buClr>
                <a:schemeClr val="dk2"/>
              </a:buClr>
              <a:buSzPts val="14400"/>
              <a:buFont typeface="Arial"/>
              <a:buNone/>
              <a:defRPr sz="14400" b="0" i="0" u="none" strike="noStrike" cap="none">
                <a:solidFill>
                  <a:schemeClr val="dk2"/>
                </a:solidFill>
                <a:latin typeface="Arial"/>
                <a:ea typeface="Arial"/>
                <a:cs typeface="Arial"/>
                <a:sym typeface="Arial"/>
              </a:defRPr>
            </a:lvl7pPr>
            <a:lvl8pPr marL="3657600" marR="0" lvl="7" indent="-685800" algn="ctr" rtl="0">
              <a:lnSpc>
                <a:spcPct val="100000"/>
              </a:lnSpc>
              <a:spcBef>
                <a:spcPts val="0"/>
              </a:spcBef>
              <a:spcAft>
                <a:spcPts val="0"/>
              </a:spcAft>
              <a:buClr>
                <a:schemeClr val="dk2"/>
              </a:buClr>
              <a:buSzPts val="14400"/>
              <a:buFont typeface="Arial"/>
              <a:buNone/>
              <a:defRPr sz="14400" b="0" i="0" u="none" strike="noStrike" cap="none">
                <a:solidFill>
                  <a:schemeClr val="dk2"/>
                </a:solidFill>
                <a:latin typeface="Arial"/>
                <a:ea typeface="Arial"/>
                <a:cs typeface="Arial"/>
                <a:sym typeface="Arial"/>
              </a:defRPr>
            </a:lvl8pPr>
            <a:lvl9pPr marL="4114800" marR="0" lvl="8" indent="-685800" algn="ctr" rtl="0">
              <a:lnSpc>
                <a:spcPct val="100000"/>
              </a:lnSpc>
              <a:spcBef>
                <a:spcPts val="0"/>
              </a:spcBef>
              <a:spcAft>
                <a:spcPts val="0"/>
              </a:spcAft>
              <a:buClr>
                <a:schemeClr val="dk2"/>
              </a:buClr>
              <a:buSzPts val="14400"/>
              <a:buFont typeface="Arial"/>
              <a:buNone/>
              <a:defRPr sz="14400" b="0" i="0" u="none" strike="noStrike" cap="none">
                <a:solidFill>
                  <a:schemeClr val="dk2"/>
                </a:solidFill>
                <a:latin typeface="Arial"/>
                <a:ea typeface="Arial"/>
                <a:cs typeface="Arial"/>
                <a:sym typeface="Arial"/>
              </a:defRPr>
            </a:lvl9pPr>
          </a:lstStyle>
          <a:p>
            <a:pPr marL="0" indent="0" algn="just">
              <a:buSzPts val="2450"/>
            </a:pPr>
            <a:r>
              <a:rPr lang="en-US" sz="3200">
                <a:solidFill>
                  <a:srgbClr val="000000"/>
                </a:solidFill>
                <a:latin typeface="Times New Roman"/>
                <a:ea typeface="Times New Roman"/>
                <a:cs typeface="Times New Roman"/>
                <a:sym typeface="Times New Roman"/>
              </a:rPr>
              <a:t>Reliable switching between asynchronous clock sources in SoC and FPGA systems remains challenging due to glitches, metastability, and unsafe failover when a clock source fails. This paper presents a glitch-free clock multiplexer featuring integrated activity sensing and permission-driven selection logic. The design employs cross-domain edge detection and counters to detect a failed clock, enabling fast symmetric failover to the live clock while forcing the dead path to disable. In the rare case of simultaneous failure of both clocks before detection completes, the output safely holds its last valid state. FPGA implementation on Intel Cyclone V demonstrates only 12 ALMs resource usage and a maximum operating frequency of 496.52 MHz.</a:t>
            </a:r>
            <a:endParaRPr lang="vi-VN" sz="3200">
              <a:solidFill>
                <a:srgbClr val="000000"/>
              </a:solidFill>
              <a:latin typeface="Times New Roman"/>
              <a:ea typeface="Times New Roman"/>
              <a:cs typeface="Times New Roman"/>
              <a:sym typeface="Times New Roman"/>
            </a:endParaRPr>
          </a:p>
        </p:txBody>
      </p:sp>
      <p:sp>
        <p:nvSpPr>
          <p:cNvPr id="2" name="Google Shape;63;p13">
            <a:extLst>
              <a:ext uri="{FF2B5EF4-FFF2-40B4-BE49-F238E27FC236}">
                <a16:creationId xmlns:a16="http://schemas.microsoft.com/office/drawing/2014/main" id="{95977228-51F9-326E-BC22-ABC56E51CE20}"/>
              </a:ext>
            </a:extLst>
          </p:cNvPr>
          <p:cNvSpPr>
            <a:spLocks/>
          </p:cNvSpPr>
          <p:nvPr/>
        </p:nvSpPr>
        <p:spPr>
          <a:xfrm>
            <a:off x="749131" y="7308727"/>
            <a:ext cx="28800000" cy="6325999"/>
          </a:xfrm>
          <a:prstGeom prst="rect">
            <a:avLst/>
          </a:prstGeom>
          <a:noFill/>
          <a:ln w="76200" cap="flat" cmpd="sng">
            <a:solidFill>
              <a:srgbClr val="D9D9D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300"/>
          </a:p>
        </p:txBody>
      </p:sp>
      <p:sp>
        <p:nvSpPr>
          <p:cNvPr id="3" name="Google Shape;64;p13">
            <a:extLst>
              <a:ext uri="{FF2B5EF4-FFF2-40B4-BE49-F238E27FC236}">
                <a16:creationId xmlns:a16="http://schemas.microsoft.com/office/drawing/2014/main" id="{2BB8620E-3674-B5FE-0E3D-1CD571669C8F}"/>
              </a:ext>
            </a:extLst>
          </p:cNvPr>
          <p:cNvSpPr txBox="1">
            <a:spLocks/>
          </p:cNvSpPr>
          <p:nvPr/>
        </p:nvSpPr>
        <p:spPr>
          <a:xfrm>
            <a:off x="907851" y="6911126"/>
            <a:ext cx="28550400" cy="2455800"/>
          </a:xfrm>
          <a:prstGeom prst="rect">
            <a:avLst/>
          </a:prstGeom>
          <a:noFill/>
          <a:ln>
            <a:noFill/>
          </a:ln>
        </p:spPr>
        <p:txBody>
          <a:bodyPr spcFirstLastPara="1" wrap="square" lIns="464700" tIns="464700" rIns="464700" bIns="464700" anchor="t" anchorCtr="0">
            <a:normAutofit/>
          </a:bodyPr>
          <a:lstStyle>
            <a:defPPr marR="0" lvl="0" algn="l" rtl="0">
              <a:lnSpc>
                <a:spcPct val="100000"/>
              </a:lnSpc>
              <a:spcBef>
                <a:spcPts val="0"/>
              </a:spcBef>
              <a:spcAft>
                <a:spcPts val="0"/>
              </a:spcAft>
            </a:defPPr>
            <a:lvl1pPr marL="457200" marR="0" lvl="0" indent="-806450" algn="ctr" rtl="0">
              <a:lnSpc>
                <a:spcPct val="100000"/>
              </a:lnSpc>
              <a:spcBef>
                <a:spcPts val="0"/>
              </a:spcBef>
              <a:spcAft>
                <a:spcPts val="0"/>
              </a:spcAft>
              <a:buClr>
                <a:schemeClr val="dk2"/>
              </a:buClr>
              <a:buSzPts val="14400"/>
              <a:buFont typeface="Arial"/>
              <a:buNone/>
              <a:defRPr sz="14400" b="0" i="0" u="none" strike="noStrike" cap="none">
                <a:solidFill>
                  <a:schemeClr val="dk2"/>
                </a:solidFill>
                <a:latin typeface="Arial"/>
                <a:ea typeface="Arial"/>
                <a:cs typeface="Arial"/>
                <a:sym typeface="Arial"/>
              </a:defRPr>
            </a:lvl1pPr>
            <a:lvl2pPr marL="914400" marR="0" lvl="1" indent="-685800" algn="ctr" rtl="0">
              <a:lnSpc>
                <a:spcPct val="100000"/>
              </a:lnSpc>
              <a:spcBef>
                <a:spcPts val="0"/>
              </a:spcBef>
              <a:spcAft>
                <a:spcPts val="0"/>
              </a:spcAft>
              <a:buClr>
                <a:schemeClr val="dk2"/>
              </a:buClr>
              <a:buSzPts val="14400"/>
              <a:buFont typeface="Arial"/>
              <a:buNone/>
              <a:defRPr sz="14400" b="0" i="0" u="none" strike="noStrike" cap="none">
                <a:solidFill>
                  <a:schemeClr val="dk2"/>
                </a:solidFill>
                <a:latin typeface="Arial"/>
                <a:ea typeface="Arial"/>
                <a:cs typeface="Arial"/>
                <a:sym typeface="Arial"/>
              </a:defRPr>
            </a:lvl2pPr>
            <a:lvl3pPr marL="1371600" marR="0" lvl="2" indent="-685800" algn="ctr" rtl="0">
              <a:lnSpc>
                <a:spcPct val="100000"/>
              </a:lnSpc>
              <a:spcBef>
                <a:spcPts val="0"/>
              </a:spcBef>
              <a:spcAft>
                <a:spcPts val="0"/>
              </a:spcAft>
              <a:buClr>
                <a:schemeClr val="dk2"/>
              </a:buClr>
              <a:buSzPts val="14400"/>
              <a:buFont typeface="Arial"/>
              <a:buNone/>
              <a:defRPr sz="14400" b="0" i="0" u="none" strike="noStrike" cap="none">
                <a:solidFill>
                  <a:schemeClr val="dk2"/>
                </a:solidFill>
                <a:latin typeface="Arial"/>
                <a:ea typeface="Arial"/>
                <a:cs typeface="Arial"/>
                <a:sym typeface="Arial"/>
              </a:defRPr>
            </a:lvl3pPr>
            <a:lvl4pPr marL="1828800" marR="0" lvl="3" indent="-685800" algn="ctr" rtl="0">
              <a:lnSpc>
                <a:spcPct val="100000"/>
              </a:lnSpc>
              <a:spcBef>
                <a:spcPts val="0"/>
              </a:spcBef>
              <a:spcAft>
                <a:spcPts val="0"/>
              </a:spcAft>
              <a:buClr>
                <a:schemeClr val="dk2"/>
              </a:buClr>
              <a:buSzPts val="14400"/>
              <a:buFont typeface="Arial"/>
              <a:buNone/>
              <a:defRPr sz="14400" b="0" i="0" u="none" strike="noStrike" cap="none">
                <a:solidFill>
                  <a:schemeClr val="dk2"/>
                </a:solidFill>
                <a:latin typeface="Arial"/>
                <a:ea typeface="Arial"/>
                <a:cs typeface="Arial"/>
                <a:sym typeface="Arial"/>
              </a:defRPr>
            </a:lvl4pPr>
            <a:lvl5pPr marL="2286000" marR="0" lvl="4" indent="-685800" algn="ctr" rtl="0">
              <a:lnSpc>
                <a:spcPct val="100000"/>
              </a:lnSpc>
              <a:spcBef>
                <a:spcPts val="0"/>
              </a:spcBef>
              <a:spcAft>
                <a:spcPts val="0"/>
              </a:spcAft>
              <a:buClr>
                <a:schemeClr val="dk2"/>
              </a:buClr>
              <a:buSzPts val="14400"/>
              <a:buFont typeface="Arial"/>
              <a:buNone/>
              <a:defRPr sz="14400" b="0" i="0" u="none" strike="noStrike" cap="none">
                <a:solidFill>
                  <a:schemeClr val="dk2"/>
                </a:solidFill>
                <a:latin typeface="Arial"/>
                <a:ea typeface="Arial"/>
                <a:cs typeface="Arial"/>
                <a:sym typeface="Arial"/>
              </a:defRPr>
            </a:lvl5pPr>
            <a:lvl6pPr marL="2743200" marR="0" lvl="5" indent="-685800" algn="ctr" rtl="0">
              <a:lnSpc>
                <a:spcPct val="100000"/>
              </a:lnSpc>
              <a:spcBef>
                <a:spcPts val="0"/>
              </a:spcBef>
              <a:spcAft>
                <a:spcPts val="0"/>
              </a:spcAft>
              <a:buClr>
                <a:schemeClr val="dk2"/>
              </a:buClr>
              <a:buSzPts val="14400"/>
              <a:buFont typeface="Arial"/>
              <a:buNone/>
              <a:defRPr sz="14400" b="0" i="0" u="none" strike="noStrike" cap="none">
                <a:solidFill>
                  <a:schemeClr val="dk2"/>
                </a:solidFill>
                <a:latin typeface="Arial"/>
                <a:ea typeface="Arial"/>
                <a:cs typeface="Arial"/>
                <a:sym typeface="Arial"/>
              </a:defRPr>
            </a:lvl6pPr>
            <a:lvl7pPr marL="3200400" marR="0" lvl="6" indent="-685800" algn="ctr" rtl="0">
              <a:lnSpc>
                <a:spcPct val="100000"/>
              </a:lnSpc>
              <a:spcBef>
                <a:spcPts val="0"/>
              </a:spcBef>
              <a:spcAft>
                <a:spcPts val="0"/>
              </a:spcAft>
              <a:buClr>
                <a:schemeClr val="dk2"/>
              </a:buClr>
              <a:buSzPts val="14400"/>
              <a:buFont typeface="Arial"/>
              <a:buNone/>
              <a:defRPr sz="14400" b="0" i="0" u="none" strike="noStrike" cap="none">
                <a:solidFill>
                  <a:schemeClr val="dk2"/>
                </a:solidFill>
                <a:latin typeface="Arial"/>
                <a:ea typeface="Arial"/>
                <a:cs typeface="Arial"/>
                <a:sym typeface="Arial"/>
              </a:defRPr>
            </a:lvl7pPr>
            <a:lvl8pPr marL="3657600" marR="0" lvl="7" indent="-685800" algn="ctr" rtl="0">
              <a:lnSpc>
                <a:spcPct val="100000"/>
              </a:lnSpc>
              <a:spcBef>
                <a:spcPts val="0"/>
              </a:spcBef>
              <a:spcAft>
                <a:spcPts val="0"/>
              </a:spcAft>
              <a:buClr>
                <a:schemeClr val="dk2"/>
              </a:buClr>
              <a:buSzPts val="14400"/>
              <a:buFont typeface="Arial"/>
              <a:buNone/>
              <a:defRPr sz="14400" b="0" i="0" u="none" strike="noStrike" cap="none">
                <a:solidFill>
                  <a:schemeClr val="dk2"/>
                </a:solidFill>
                <a:latin typeface="Arial"/>
                <a:ea typeface="Arial"/>
                <a:cs typeface="Arial"/>
                <a:sym typeface="Arial"/>
              </a:defRPr>
            </a:lvl8pPr>
            <a:lvl9pPr marL="4114800" marR="0" lvl="8" indent="-685800" algn="ctr" rtl="0">
              <a:lnSpc>
                <a:spcPct val="100000"/>
              </a:lnSpc>
              <a:spcBef>
                <a:spcPts val="0"/>
              </a:spcBef>
              <a:spcAft>
                <a:spcPts val="0"/>
              </a:spcAft>
              <a:buClr>
                <a:schemeClr val="dk2"/>
              </a:buClr>
              <a:buSzPts val="14400"/>
              <a:buFont typeface="Arial"/>
              <a:buNone/>
              <a:defRPr sz="14400" b="0" i="0" u="none" strike="noStrike" cap="none">
                <a:solidFill>
                  <a:schemeClr val="dk2"/>
                </a:solidFill>
                <a:latin typeface="Arial"/>
                <a:ea typeface="Arial"/>
                <a:cs typeface="Arial"/>
                <a:sym typeface="Arial"/>
              </a:defRPr>
            </a:lvl9pPr>
          </a:lstStyle>
          <a:p>
            <a:pPr marL="0" indent="0"/>
            <a:r>
              <a:rPr lang="en-US" sz="3200" b="1">
                <a:solidFill>
                  <a:srgbClr val="1F4E79"/>
                </a:solidFill>
                <a:latin typeface="Oswald"/>
                <a:ea typeface="Oswald"/>
                <a:cs typeface="Oswald"/>
                <a:sym typeface="Oswald"/>
              </a:rPr>
              <a:t>PROBLEMS AND MOTIVATIONS</a:t>
            </a:r>
          </a:p>
        </p:txBody>
      </p:sp>
      <p:sp>
        <p:nvSpPr>
          <p:cNvPr id="8" name="TextBox 7">
            <a:extLst>
              <a:ext uri="{FF2B5EF4-FFF2-40B4-BE49-F238E27FC236}">
                <a16:creationId xmlns:a16="http://schemas.microsoft.com/office/drawing/2014/main" id="{5EF193E4-FC3E-A78E-443E-CF7DF6DB6AD9}"/>
              </a:ext>
            </a:extLst>
          </p:cNvPr>
          <p:cNvSpPr txBox="1">
            <a:spLocks/>
          </p:cNvSpPr>
          <p:nvPr/>
        </p:nvSpPr>
        <p:spPr>
          <a:xfrm>
            <a:off x="3635256" y="8094210"/>
            <a:ext cx="5033237" cy="523220"/>
          </a:xfrm>
          <a:prstGeom prst="rect">
            <a:avLst/>
          </a:prstGeom>
          <a:noFill/>
        </p:spPr>
        <p:txBody>
          <a:bodyPr wrap="none" rtlCol="0">
            <a:spAutoFit/>
          </a:bodyPr>
          <a:lstStyle/>
          <a:p>
            <a:r>
              <a:rPr lang="en-US" sz="2800" b="1" i="1">
                <a:latin typeface="Times New Roman" panose="02020603050405020304" pitchFamily="18" charset="0"/>
                <a:cs typeface="Times New Roman" panose="02020603050405020304" pitchFamily="18" charset="0"/>
              </a:rPr>
              <a:t>A. Traditional Clock Multiplexer</a:t>
            </a:r>
            <a:endParaRPr lang="vi-VN" sz="2800" b="1" i="1">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7E938B40-EDE1-1B3D-63B0-9558068C45A1}"/>
              </a:ext>
            </a:extLst>
          </p:cNvPr>
          <p:cNvSpPr txBox="1">
            <a:spLocks/>
          </p:cNvSpPr>
          <p:nvPr/>
        </p:nvSpPr>
        <p:spPr>
          <a:xfrm>
            <a:off x="18955448" y="8105233"/>
            <a:ext cx="8267071" cy="523220"/>
          </a:xfrm>
          <a:prstGeom prst="rect">
            <a:avLst/>
          </a:prstGeom>
          <a:noFill/>
        </p:spPr>
        <p:txBody>
          <a:bodyPr wrap="none" rtlCol="0">
            <a:spAutoFit/>
          </a:bodyPr>
          <a:lstStyle/>
          <a:p>
            <a:r>
              <a:rPr lang="en-US" sz="2800" b="1" i="1">
                <a:latin typeface="Times New Roman" panose="02020603050405020304" pitchFamily="18" charset="0"/>
                <a:cs typeface="Times New Roman" panose="02020603050405020304" pitchFamily="18" charset="0"/>
              </a:rPr>
              <a:t>B. Glitch in Traditional Clock Multiplexer (Waveform)</a:t>
            </a:r>
            <a:endParaRPr lang="vi-VN" sz="2800" b="1" i="1">
              <a:latin typeface="Times New Roman" panose="02020603050405020304" pitchFamily="18" charset="0"/>
              <a:cs typeface="Times New Roman" panose="02020603050405020304" pitchFamily="18" charset="0"/>
            </a:endParaRPr>
          </a:p>
        </p:txBody>
      </p:sp>
      <p:sp>
        <p:nvSpPr>
          <p:cNvPr id="13" name="TextBox 12">
            <a:extLst>
              <a:ext uri="{FF2B5EF4-FFF2-40B4-BE49-F238E27FC236}">
                <a16:creationId xmlns:a16="http://schemas.microsoft.com/office/drawing/2014/main" id="{5FD1B3FF-0622-9F27-D505-45556D319275}"/>
              </a:ext>
            </a:extLst>
          </p:cNvPr>
          <p:cNvSpPr txBox="1">
            <a:spLocks/>
          </p:cNvSpPr>
          <p:nvPr/>
        </p:nvSpPr>
        <p:spPr>
          <a:xfrm>
            <a:off x="3394484" y="12570181"/>
            <a:ext cx="5514779" cy="523220"/>
          </a:xfrm>
          <a:prstGeom prst="rect">
            <a:avLst/>
          </a:prstGeom>
          <a:noFill/>
        </p:spPr>
        <p:txBody>
          <a:bodyPr wrap="none" rtlCol="0">
            <a:spAutoFit/>
          </a:bodyPr>
          <a:lstStyle/>
          <a:p>
            <a:pPr algn="ctr"/>
            <a:r>
              <a:rPr lang="en-US" sz="2800">
                <a:latin typeface="Times New Roman" panose="02020603050405020304" pitchFamily="18" charset="0"/>
                <a:cs typeface="Times New Roman" panose="02020603050405020304" pitchFamily="18" charset="0"/>
              </a:rPr>
              <a:t>Fig.1. Traditional Clock Multiplexer</a:t>
            </a:r>
            <a:endParaRPr lang="vi-VN" sz="280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2BD64AF7-0D03-BB55-5CED-A4F6784732CC}"/>
                  </a:ext>
                </a:extLst>
              </p:cNvPr>
              <p:cNvSpPr txBox="1">
                <a:spLocks/>
              </p:cNvSpPr>
              <p:nvPr/>
            </p:nvSpPr>
            <p:spPr>
              <a:xfrm>
                <a:off x="13600392" y="10482256"/>
                <a:ext cx="15743349" cy="954107"/>
              </a:xfrm>
              <a:prstGeom prst="rect">
                <a:avLst/>
              </a:prstGeom>
              <a:noFill/>
            </p:spPr>
            <p:txBody>
              <a:bodyPr wrap="square" rtlCol="0">
                <a:spAutoFit/>
              </a:bodyPr>
              <a:lstStyle/>
              <a:p>
                <a:pPr algn="ctr"/>
                <a:r>
                  <a:rPr lang="en-US" sz="2800">
                    <a:latin typeface="Times New Roman" panose="02020603050405020304" pitchFamily="18" charset="0"/>
                    <a:cs typeface="Times New Roman" panose="02020603050405020304" pitchFamily="18" charset="0"/>
                  </a:rPr>
                  <a:t>Fig. 2. When the select signal (</a:t>
                </a:r>
                <a14:m>
                  <m:oMath xmlns:m="http://schemas.openxmlformats.org/officeDocument/2006/math">
                    <m:r>
                      <a:rPr lang="en-US" sz="2800" b="0" i="1" smtClean="0">
                        <a:latin typeface="Cambria Math" panose="02040503050406030204" pitchFamily="18" charset="0"/>
                        <a:cs typeface="Times New Roman" panose="02020603050405020304" pitchFamily="18" charset="0"/>
                      </a:rPr>
                      <m:t>𝑠𝑒𝑙</m:t>
                    </m:r>
                  </m:oMath>
                </a14:m>
                <a:r>
                  <a:rPr lang="en-US" sz="2800">
                    <a:latin typeface="Times New Roman" panose="02020603050405020304" pitchFamily="18" charset="0"/>
                    <a:cs typeface="Times New Roman" panose="02020603050405020304" pitchFamily="18" charset="0"/>
                  </a:rPr>
                  <a:t>) changes to switch from one clock to the other while both clocks are active, an unwanted short pulse called a glitch appears on</a:t>
                </a:r>
                <a14:m>
                  <m:oMath xmlns:m="http://schemas.openxmlformats.org/officeDocument/2006/math">
                    <m:r>
                      <a:rPr lang="en-US" sz="2800" b="0" i="0" smtClean="0">
                        <a:latin typeface="Cambria Math" panose="02040503050406030204" pitchFamily="18" charset="0"/>
                        <a:cs typeface="Times New Roman" panose="02020603050405020304" pitchFamily="18" charset="0"/>
                      </a:rPr>
                      <m:t> </m:t>
                    </m:r>
                    <m:r>
                      <a:rPr lang="en-US" sz="2800" b="0" i="1" smtClean="0">
                        <a:latin typeface="Cambria Math" panose="02040503050406030204" pitchFamily="18" charset="0"/>
                        <a:cs typeface="Times New Roman" panose="02020603050405020304" pitchFamily="18" charset="0"/>
                      </a:rPr>
                      <m:t>𝑐𝑙𝑘</m:t>
                    </m:r>
                    <m:r>
                      <a:rPr lang="en-US" sz="2800" b="0" i="1" smtClean="0">
                        <a:latin typeface="Cambria Math" panose="02040503050406030204" pitchFamily="18" charset="0"/>
                        <a:cs typeface="Times New Roman" panose="02020603050405020304" pitchFamily="18" charset="0"/>
                      </a:rPr>
                      <m:t>_</m:t>
                    </m:r>
                    <m:r>
                      <a:rPr lang="en-US" sz="2800" b="0" i="1" smtClean="0">
                        <a:latin typeface="Cambria Math" panose="02040503050406030204" pitchFamily="18" charset="0"/>
                        <a:cs typeface="Times New Roman" panose="02020603050405020304" pitchFamily="18" charset="0"/>
                      </a:rPr>
                      <m:t>𝑜𝑢𝑡</m:t>
                    </m:r>
                  </m:oMath>
                </a14:m>
                <a:r>
                  <a:rPr lang="en-US" sz="2800">
                    <a:latin typeface="Times New Roman" panose="02020603050405020304" pitchFamily="18" charset="0"/>
                    <a:cs typeface="Times New Roman" panose="02020603050405020304" pitchFamily="18" charset="0"/>
                  </a:rPr>
                  <a:t>.</a:t>
                </a:r>
                <a:endParaRPr lang="vi-VN" sz="2800">
                  <a:latin typeface="Times New Roman" panose="02020603050405020304" pitchFamily="18" charset="0"/>
                  <a:cs typeface="Times New Roman" panose="02020603050405020304" pitchFamily="18" charset="0"/>
                </a:endParaRPr>
              </a:p>
            </p:txBody>
          </p:sp>
        </mc:Choice>
        <mc:Fallback xmlns="">
          <p:sp>
            <p:nvSpPr>
              <p:cNvPr id="14" name="TextBox 13">
                <a:extLst>
                  <a:ext uri="{FF2B5EF4-FFF2-40B4-BE49-F238E27FC236}">
                    <a16:creationId xmlns:a16="http://schemas.microsoft.com/office/drawing/2014/main" id="{2BD64AF7-0D03-BB55-5CED-A4F6784732CC}"/>
                  </a:ext>
                </a:extLst>
              </p:cNvPr>
              <p:cNvSpPr txBox="1">
                <a:spLocks noRot="1" noChangeAspect="1" noMove="1" noResize="1" noEditPoints="1" noAdjustHandles="1" noChangeArrowheads="1" noChangeShapeType="1" noTextEdit="1"/>
              </p:cNvSpPr>
              <p:nvPr/>
            </p:nvSpPr>
            <p:spPr>
              <a:xfrm>
                <a:off x="13600392" y="10482256"/>
                <a:ext cx="15743349" cy="954107"/>
              </a:xfrm>
              <a:prstGeom prst="rect">
                <a:avLst/>
              </a:prstGeom>
              <a:blipFill>
                <a:blip r:embed="rId4"/>
                <a:stretch>
                  <a:fillRect t="-7051" b="-17308"/>
                </a:stretch>
              </a:blipFill>
            </p:spPr>
            <p:txBody>
              <a:bodyPr/>
              <a:lstStyle/>
              <a:p>
                <a:r>
                  <a:rPr lang="en-US">
                    <a:noFill/>
                  </a:rPr>
                  <a:t> </a:t>
                </a:r>
              </a:p>
            </p:txBody>
          </p:sp>
        </mc:Fallback>
      </mc:AlternateContent>
      <p:grpSp>
        <p:nvGrpSpPr>
          <p:cNvPr id="18" name="Group 17">
            <a:extLst>
              <a:ext uri="{FF2B5EF4-FFF2-40B4-BE49-F238E27FC236}">
                <a16:creationId xmlns:a16="http://schemas.microsoft.com/office/drawing/2014/main" id="{3E07A9FD-156F-E5F3-D599-4184A16CEBF2}"/>
              </a:ext>
            </a:extLst>
          </p:cNvPr>
          <p:cNvGrpSpPr/>
          <p:nvPr/>
        </p:nvGrpSpPr>
        <p:grpSpPr>
          <a:xfrm>
            <a:off x="13600393" y="11459248"/>
            <a:ext cx="15822732" cy="1640312"/>
            <a:chOff x="13600393" y="13905013"/>
            <a:chExt cx="15822732" cy="1640312"/>
          </a:xfrm>
        </p:grpSpPr>
        <p:pic>
          <p:nvPicPr>
            <p:cNvPr id="15" name="Picture 14">
              <a:extLst>
                <a:ext uri="{FF2B5EF4-FFF2-40B4-BE49-F238E27FC236}">
                  <a16:creationId xmlns:a16="http://schemas.microsoft.com/office/drawing/2014/main" id="{D6A1FB25-4E97-D084-63A4-BEEBD489D0A6}"/>
                </a:ext>
              </a:extLst>
            </p:cNvPr>
            <p:cNvPicPr>
              <a:picLocks noChangeAspect="1"/>
            </p:cNvPicPr>
            <p:nvPr/>
          </p:nvPicPr>
          <p:blipFill>
            <a:blip r:embed="rId5"/>
            <a:srcRect t="2989" r="1197" b="5416"/>
            <a:stretch>
              <a:fillRect/>
            </a:stretch>
          </p:blipFill>
          <p:spPr>
            <a:xfrm>
              <a:off x="13600393" y="13905013"/>
              <a:ext cx="15822732" cy="1606488"/>
            </a:xfrm>
            <a:prstGeom prst="rect">
              <a:avLst/>
            </a:prstGeom>
          </p:spPr>
        </p:pic>
        <p:sp>
          <p:nvSpPr>
            <p:cNvPr id="16" name="TextBox 15">
              <a:extLst>
                <a:ext uri="{FF2B5EF4-FFF2-40B4-BE49-F238E27FC236}">
                  <a16:creationId xmlns:a16="http://schemas.microsoft.com/office/drawing/2014/main" id="{D3776CA7-2B76-8B2E-8AEA-E4597CF95450}"/>
                </a:ext>
              </a:extLst>
            </p:cNvPr>
            <p:cNvSpPr txBox="1"/>
            <p:nvPr/>
          </p:nvSpPr>
          <p:spPr>
            <a:xfrm>
              <a:off x="23088983" y="15145215"/>
              <a:ext cx="1167307" cy="400110"/>
            </a:xfrm>
            <a:prstGeom prst="rect">
              <a:avLst/>
            </a:prstGeom>
            <a:noFill/>
          </p:spPr>
          <p:txBody>
            <a:bodyPr wrap="none" rtlCol="0">
              <a:spAutoFit/>
            </a:bodyPr>
            <a:lstStyle/>
            <a:p>
              <a:r>
                <a:rPr lang="en-US" sz="2000">
                  <a:solidFill>
                    <a:srgbClr val="FFFF66"/>
                  </a:solidFill>
                  <a:latin typeface="Times New Roman" panose="02020603050405020304" pitchFamily="18" charset="0"/>
                  <a:cs typeface="Times New Roman" panose="02020603050405020304" pitchFamily="18" charset="0"/>
                </a:rPr>
                <a:t>Deadlock</a:t>
              </a:r>
            </a:p>
          </p:txBody>
        </p:sp>
        <p:sp>
          <p:nvSpPr>
            <p:cNvPr id="17" name="TextBox 16">
              <a:extLst>
                <a:ext uri="{FF2B5EF4-FFF2-40B4-BE49-F238E27FC236}">
                  <a16:creationId xmlns:a16="http://schemas.microsoft.com/office/drawing/2014/main" id="{19EBA60E-7B0D-55F3-FE51-BDDEC89249AC}"/>
                </a:ext>
              </a:extLst>
            </p:cNvPr>
            <p:cNvSpPr txBox="1"/>
            <p:nvPr/>
          </p:nvSpPr>
          <p:spPr>
            <a:xfrm>
              <a:off x="23088983" y="14361526"/>
              <a:ext cx="1167307" cy="400110"/>
            </a:xfrm>
            <a:prstGeom prst="rect">
              <a:avLst/>
            </a:prstGeom>
            <a:noFill/>
          </p:spPr>
          <p:txBody>
            <a:bodyPr wrap="none" rtlCol="0">
              <a:spAutoFit/>
            </a:bodyPr>
            <a:lstStyle/>
            <a:p>
              <a:r>
                <a:rPr lang="en-US" sz="2000">
                  <a:solidFill>
                    <a:srgbClr val="FFFF66"/>
                  </a:solidFill>
                  <a:latin typeface="Times New Roman" panose="02020603050405020304" pitchFamily="18" charset="0"/>
                  <a:cs typeface="Times New Roman" panose="02020603050405020304" pitchFamily="18" charset="0"/>
                </a:rPr>
                <a:t>Deadlock</a:t>
              </a:r>
            </a:p>
          </p:txBody>
        </p:sp>
      </p:grpSp>
      <p:sp>
        <p:nvSpPr>
          <p:cNvPr id="19" name="TextBox 18">
            <a:extLst>
              <a:ext uri="{FF2B5EF4-FFF2-40B4-BE49-F238E27FC236}">
                <a16:creationId xmlns:a16="http://schemas.microsoft.com/office/drawing/2014/main" id="{F7321A5A-80AD-968E-1A80-F53A22B86EB4}"/>
              </a:ext>
            </a:extLst>
          </p:cNvPr>
          <p:cNvSpPr txBox="1">
            <a:spLocks/>
          </p:cNvSpPr>
          <p:nvPr/>
        </p:nvSpPr>
        <p:spPr>
          <a:xfrm>
            <a:off x="13640083" y="13111506"/>
            <a:ext cx="15743349" cy="523220"/>
          </a:xfrm>
          <a:prstGeom prst="rect">
            <a:avLst/>
          </a:prstGeom>
          <a:noFill/>
        </p:spPr>
        <p:txBody>
          <a:bodyPr wrap="square" rtlCol="0">
            <a:spAutoFit/>
          </a:bodyPr>
          <a:lstStyle/>
          <a:p>
            <a:pPr algn="ctr"/>
            <a:r>
              <a:rPr lang="en-US" sz="2800">
                <a:latin typeface="Times New Roman" panose="02020603050405020304" pitchFamily="18" charset="0"/>
                <a:cs typeface="Times New Roman" panose="02020603050405020304" pitchFamily="18" charset="0"/>
              </a:rPr>
              <a:t>Fig. 3. Deadlock occurs when the selected clock stops toggling or become stuck at a constant logic level.</a:t>
            </a:r>
            <a:endParaRPr lang="vi-VN" sz="2800">
              <a:latin typeface="Times New Roman" panose="02020603050405020304" pitchFamily="18" charset="0"/>
              <a:cs typeface="Times New Roman" panose="02020603050405020304" pitchFamily="18" charset="0"/>
            </a:endParaRPr>
          </a:p>
        </p:txBody>
      </p:sp>
      <p:sp>
        <p:nvSpPr>
          <p:cNvPr id="21" name="Google Shape;66;p13">
            <a:extLst>
              <a:ext uri="{FF2B5EF4-FFF2-40B4-BE49-F238E27FC236}">
                <a16:creationId xmlns:a16="http://schemas.microsoft.com/office/drawing/2014/main" id="{A84563A5-4444-B17C-5F05-80A5DD2F34F0}"/>
              </a:ext>
            </a:extLst>
          </p:cNvPr>
          <p:cNvSpPr>
            <a:spLocks/>
          </p:cNvSpPr>
          <p:nvPr/>
        </p:nvSpPr>
        <p:spPr>
          <a:xfrm>
            <a:off x="745721" y="13851660"/>
            <a:ext cx="28800000" cy="15394799"/>
          </a:xfrm>
          <a:prstGeom prst="rect">
            <a:avLst/>
          </a:prstGeom>
          <a:noFill/>
          <a:ln w="76200" cap="flat" cmpd="sng">
            <a:solidFill>
              <a:srgbClr val="D9D9D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300"/>
          </a:p>
        </p:txBody>
      </p:sp>
      <p:pic>
        <p:nvPicPr>
          <p:cNvPr id="22" name="Picture 2">
            <a:extLst>
              <a:ext uri="{FF2B5EF4-FFF2-40B4-BE49-F238E27FC236}">
                <a16:creationId xmlns:a16="http://schemas.microsoft.com/office/drawing/2014/main" id="{2D1B44C6-403D-405F-599D-7420175F4F91}"/>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346508" y="15184341"/>
            <a:ext cx="5923734" cy="9940026"/>
          </a:xfrm>
          <a:prstGeom prst="rect">
            <a:avLst/>
          </a:prstGeom>
          <a:noFill/>
          <a:extLst>
            <a:ext uri="{909E8E84-426E-40DD-AFC4-6F175D3DCCD1}">
              <a14:hiddenFill xmlns:a14="http://schemas.microsoft.com/office/drawing/2010/main">
                <a:solidFill>
                  <a:srgbClr val="FFFFFF"/>
                </a:solidFill>
              </a14:hiddenFill>
            </a:ext>
          </a:extLst>
        </p:spPr>
      </p:pic>
      <p:sp>
        <p:nvSpPr>
          <p:cNvPr id="23" name="Google Shape;67;p13">
            <a:extLst>
              <a:ext uri="{FF2B5EF4-FFF2-40B4-BE49-F238E27FC236}">
                <a16:creationId xmlns:a16="http://schemas.microsoft.com/office/drawing/2014/main" id="{00BABFF7-66FF-70C4-0720-ED5E8AE46FC0}"/>
              </a:ext>
            </a:extLst>
          </p:cNvPr>
          <p:cNvSpPr txBox="1">
            <a:spLocks/>
          </p:cNvSpPr>
          <p:nvPr/>
        </p:nvSpPr>
        <p:spPr>
          <a:xfrm>
            <a:off x="6615945" y="13657611"/>
            <a:ext cx="17134212" cy="698720"/>
          </a:xfrm>
          <a:prstGeom prst="rect">
            <a:avLst/>
          </a:prstGeom>
        </p:spPr>
        <p:txBody>
          <a:bodyPr spcFirstLastPara="1" vert="horz" wrap="square" lIns="464700" tIns="464700" rIns="464700" bIns="464700" rtlCol="0" anchor="t" anchorCtr="0">
            <a:noAutofit/>
          </a:bodyPr>
          <a:lstStyle>
            <a:lvl1pPr marL="0" indent="0" algn="ctr" defTabSz="3027487" rtl="0" eaLnBrk="1" latinLnBrk="0" hangingPunct="1">
              <a:lnSpc>
                <a:spcPct val="90000"/>
              </a:lnSpc>
              <a:spcBef>
                <a:spcPts val="3311"/>
              </a:spcBef>
              <a:buFont typeface="Arial" panose="020B0604020202020204" pitchFamily="34" charset="0"/>
              <a:buNone/>
              <a:defRPr sz="7946" kern="1200">
                <a:solidFill>
                  <a:schemeClr val="tx1"/>
                </a:solidFill>
                <a:latin typeface="+mn-lt"/>
                <a:ea typeface="+mn-ea"/>
                <a:cs typeface="+mn-cs"/>
              </a:defRPr>
            </a:lvl1pPr>
            <a:lvl2pPr marL="1513743" indent="0" algn="ctr" defTabSz="3027487" rtl="0" eaLnBrk="1" latinLnBrk="0" hangingPunct="1">
              <a:lnSpc>
                <a:spcPct val="90000"/>
              </a:lnSpc>
              <a:spcBef>
                <a:spcPts val="1655"/>
              </a:spcBef>
              <a:buFont typeface="Arial" panose="020B0604020202020204" pitchFamily="34" charset="0"/>
              <a:buNone/>
              <a:defRPr sz="6622" kern="1200">
                <a:solidFill>
                  <a:schemeClr val="tx1"/>
                </a:solidFill>
                <a:latin typeface="+mn-lt"/>
                <a:ea typeface="+mn-ea"/>
                <a:cs typeface="+mn-cs"/>
              </a:defRPr>
            </a:lvl2pPr>
            <a:lvl3pPr marL="3027487" indent="0" algn="ctr" defTabSz="3027487" rtl="0" eaLnBrk="1" latinLnBrk="0" hangingPunct="1">
              <a:lnSpc>
                <a:spcPct val="90000"/>
              </a:lnSpc>
              <a:spcBef>
                <a:spcPts val="1655"/>
              </a:spcBef>
              <a:buFont typeface="Arial" panose="020B0604020202020204" pitchFamily="34" charset="0"/>
              <a:buNone/>
              <a:defRPr sz="5960" kern="1200">
                <a:solidFill>
                  <a:schemeClr val="tx1"/>
                </a:solidFill>
                <a:latin typeface="+mn-lt"/>
                <a:ea typeface="+mn-ea"/>
                <a:cs typeface="+mn-cs"/>
              </a:defRPr>
            </a:lvl3pPr>
            <a:lvl4pPr marL="4541230" indent="0" algn="ctr" defTabSz="3027487" rtl="0" eaLnBrk="1" latinLnBrk="0" hangingPunct="1">
              <a:lnSpc>
                <a:spcPct val="90000"/>
              </a:lnSpc>
              <a:spcBef>
                <a:spcPts val="1655"/>
              </a:spcBef>
              <a:buFont typeface="Arial" panose="020B0604020202020204" pitchFamily="34" charset="0"/>
              <a:buNone/>
              <a:defRPr sz="5297" kern="1200">
                <a:solidFill>
                  <a:schemeClr val="tx1"/>
                </a:solidFill>
                <a:latin typeface="+mn-lt"/>
                <a:ea typeface="+mn-ea"/>
                <a:cs typeface="+mn-cs"/>
              </a:defRPr>
            </a:lvl4pPr>
            <a:lvl5pPr marL="6054974" indent="0" algn="ctr" defTabSz="3027487" rtl="0" eaLnBrk="1" latinLnBrk="0" hangingPunct="1">
              <a:lnSpc>
                <a:spcPct val="90000"/>
              </a:lnSpc>
              <a:spcBef>
                <a:spcPts val="1655"/>
              </a:spcBef>
              <a:buFont typeface="Arial" panose="020B0604020202020204" pitchFamily="34" charset="0"/>
              <a:buNone/>
              <a:defRPr sz="5297" kern="1200">
                <a:solidFill>
                  <a:schemeClr val="tx1"/>
                </a:solidFill>
                <a:latin typeface="+mn-lt"/>
                <a:ea typeface="+mn-ea"/>
                <a:cs typeface="+mn-cs"/>
              </a:defRPr>
            </a:lvl5pPr>
            <a:lvl6pPr marL="7568717" indent="0" algn="ctr" defTabSz="3027487" rtl="0" eaLnBrk="1" latinLnBrk="0" hangingPunct="1">
              <a:lnSpc>
                <a:spcPct val="90000"/>
              </a:lnSpc>
              <a:spcBef>
                <a:spcPts val="1655"/>
              </a:spcBef>
              <a:buFont typeface="Arial" panose="020B0604020202020204" pitchFamily="34" charset="0"/>
              <a:buNone/>
              <a:defRPr sz="5297" kern="1200">
                <a:solidFill>
                  <a:schemeClr val="tx1"/>
                </a:solidFill>
                <a:latin typeface="+mn-lt"/>
                <a:ea typeface="+mn-ea"/>
                <a:cs typeface="+mn-cs"/>
              </a:defRPr>
            </a:lvl6pPr>
            <a:lvl7pPr marL="9082461" indent="0" algn="ctr" defTabSz="3027487" rtl="0" eaLnBrk="1" latinLnBrk="0" hangingPunct="1">
              <a:lnSpc>
                <a:spcPct val="90000"/>
              </a:lnSpc>
              <a:spcBef>
                <a:spcPts val="1655"/>
              </a:spcBef>
              <a:buFont typeface="Arial" panose="020B0604020202020204" pitchFamily="34" charset="0"/>
              <a:buNone/>
              <a:defRPr sz="5297" kern="1200">
                <a:solidFill>
                  <a:schemeClr val="tx1"/>
                </a:solidFill>
                <a:latin typeface="+mn-lt"/>
                <a:ea typeface="+mn-ea"/>
                <a:cs typeface="+mn-cs"/>
              </a:defRPr>
            </a:lvl7pPr>
            <a:lvl8pPr marL="10596204" indent="0" algn="ctr" defTabSz="3027487" rtl="0" eaLnBrk="1" latinLnBrk="0" hangingPunct="1">
              <a:lnSpc>
                <a:spcPct val="90000"/>
              </a:lnSpc>
              <a:spcBef>
                <a:spcPts val="1655"/>
              </a:spcBef>
              <a:buFont typeface="Arial" panose="020B0604020202020204" pitchFamily="34" charset="0"/>
              <a:buNone/>
              <a:defRPr sz="5297" kern="1200">
                <a:solidFill>
                  <a:schemeClr val="tx1"/>
                </a:solidFill>
                <a:latin typeface="+mn-lt"/>
                <a:ea typeface="+mn-ea"/>
                <a:cs typeface="+mn-cs"/>
              </a:defRPr>
            </a:lvl8pPr>
            <a:lvl9pPr marL="12109948" indent="0" algn="ctr" defTabSz="3027487" rtl="0" eaLnBrk="1" latinLnBrk="0" hangingPunct="1">
              <a:lnSpc>
                <a:spcPct val="90000"/>
              </a:lnSpc>
              <a:spcBef>
                <a:spcPts val="1655"/>
              </a:spcBef>
              <a:buFont typeface="Arial" panose="020B0604020202020204" pitchFamily="34" charset="0"/>
              <a:buNone/>
              <a:defRPr sz="5297" kern="1200">
                <a:solidFill>
                  <a:schemeClr val="tx1"/>
                </a:solidFill>
                <a:latin typeface="+mn-lt"/>
                <a:ea typeface="+mn-ea"/>
                <a:cs typeface="+mn-cs"/>
              </a:defRPr>
            </a:lvl9pPr>
          </a:lstStyle>
          <a:p>
            <a:pPr>
              <a:spcBef>
                <a:spcPts val="0"/>
              </a:spcBef>
            </a:pPr>
            <a:r>
              <a:rPr lang="en-US" sz="3200" b="1">
                <a:solidFill>
                  <a:srgbClr val="1F4E79"/>
                </a:solidFill>
                <a:latin typeface="Oswald"/>
                <a:ea typeface="Oswald"/>
                <a:cs typeface="Oswald"/>
                <a:sym typeface="Oswald"/>
              </a:rPr>
              <a:t>PROPOSED DESIGN</a:t>
            </a:r>
            <a:endParaRPr lang="vi-VN" sz="3200" b="1">
              <a:solidFill>
                <a:srgbClr val="1F4E79"/>
              </a:solidFill>
              <a:latin typeface="Oswald"/>
              <a:ea typeface="Oswald"/>
              <a:cs typeface="Oswald"/>
              <a:sym typeface="Oswald"/>
            </a:endParaRPr>
          </a:p>
        </p:txBody>
      </p:sp>
      <p:pic>
        <p:nvPicPr>
          <p:cNvPr id="24" name="Picture 4">
            <a:extLst>
              <a:ext uri="{FF2B5EF4-FFF2-40B4-BE49-F238E27FC236}">
                <a16:creationId xmlns:a16="http://schemas.microsoft.com/office/drawing/2014/main" id="{FA3B5552-FED0-8228-E447-933D459B1247}"/>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1871028" y="15420240"/>
            <a:ext cx="17674691" cy="12469494"/>
          </a:xfrm>
          <a:prstGeom prst="rect">
            <a:avLst/>
          </a:prstGeom>
          <a:noFill/>
          <a:extLst>
            <a:ext uri="{909E8E84-426E-40DD-AFC4-6F175D3DCCD1}">
              <a14:hiddenFill xmlns:a14="http://schemas.microsoft.com/office/drawing/2010/main">
                <a:solidFill>
                  <a:srgbClr val="FFFFFF"/>
                </a:solidFill>
              </a14:hiddenFill>
            </a:ext>
          </a:extLst>
        </p:spPr>
      </p:pic>
      <p:sp>
        <p:nvSpPr>
          <p:cNvPr id="30" name="TextBox 29">
            <a:extLst>
              <a:ext uri="{FF2B5EF4-FFF2-40B4-BE49-F238E27FC236}">
                <a16:creationId xmlns:a16="http://schemas.microsoft.com/office/drawing/2014/main" id="{2469A95B-FDFB-262D-F500-5869590D54AE}"/>
              </a:ext>
            </a:extLst>
          </p:cNvPr>
          <p:cNvSpPr txBox="1"/>
          <p:nvPr/>
        </p:nvSpPr>
        <p:spPr>
          <a:xfrm>
            <a:off x="1435401" y="25539022"/>
            <a:ext cx="10361088" cy="3539430"/>
          </a:xfrm>
          <a:prstGeom prst="rect">
            <a:avLst/>
          </a:prstGeom>
          <a:noFill/>
        </p:spPr>
        <p:txBody>
          <a:bodyPr wrap="square">
            <a:spAutoFit/>
          </a:bodyPr>
          <a:lstStyle/>
          <a:p>
            <a:r>
              <a:rPr lang="en-US" sz="2800" b="0" i="0">
                <a:solidFill>
                  <a:srgbClr val="000000"/>
                </a:solidFill>
                <a:effectLst/>
                <a:latin typeface="Times New Roman" panose="02020603050405020304" pitchFamily="18" charset="0"/>
                <a:cs typeface="Times New Roman" panose="02020603050405020304" pitchFamily="18" charset="0"/>
              </a:rPr>
              <a:t>Fig. 4. consists of three functional layers. Layer 1 (Activity Sensor) continuously monitors the health of both input clocks through cross-domain sampling and generates real-time fail signals when a clock stops active [1]. These signals are fed to Layer 2 (Decision Making), which combines them with the external select signal to dynamically determine the desired clock. Finally, Layer 3 (Safe Handover) converts the desired signals into synchronized enable signals, ensuring glitch-free switching and mutual exclusion between the two clock paths</a:t>
            </a:r>
            <a:r>
              <a:rPr lang="en-US" sz="2800">
                <a:solidFill>
                  <a:srgbClr val="000000"/>
                </a:solidFill>
                <a:latin typeface="Times New Roman" panose="02020603050405020304" pitchFamily="18" charset="0"/>
                <a:cs typeface="Times New Roman" panose="02020603050405020304" pitchFamily="18" charset="0"/>
              </a:rPr>
              <a:t> [3]</a:t>
            </a:r>
            <a:r>
              <a:rPr lang="en-US" sz="2800" b="0" i="0">
                <a:solidFill>
                  <a:srgbClr val="000000"/>
                </a:solidFill>
                <a:effectLst/>
                <a:latin typeface="Times New Roman" panose="02020603050405020304" pitchFamily="18" charset="0"/>
                <a:cs typeface="Times New Roman" panose="02020603050405020304" pitchFamily="18" charset="0"/>
              </a:rPr>
              <a:t>. </a:t>
            </a:r>
            <a:endParaRPr lang="en-US" sz="2800">
              <a:latin typeface="Times New Roman" panose="02020603050405020304" pitchFamily="18" charset="0"/>
              <a:cs typeface="Times New Roman" panose="02020603050405020304" pitchFamily="18" charset="0"/>
            </a:endParaRPr>
          </a:p>
        </p:txBody>
      </p:sp>
      <p:sp>
        <p:nvSpPr>
          <p:cNvPr id="31" name="TextBox 30">
            <a:extLst>
              <a:ext uri="{FF2B5EF4-FFF2-40B4-BE49-F238E27FC236}">
                <a16:creationId xmlns:a16="http://schemas.microsoft.com/office/drawing/2014/main" id="{F32A0746-86F2-AD8B-922F-AF3393FE921D}"/>
              </a:ext>
            </a:extLst>
          </p:cNvPr>
          <p:cNvSpPr txBox="1">
            <a:spLocks/>
          </p:cNvSpPr>
          <p:nvPr/>
        </p:nvSpPr>
        <p:spPr>
          <a:xfrm>
            <a:off x="2718083" y="14707491"/>
            <a:ext cx="8116324" cy="523220"/>
          </a:xfrm>
          <a:prstGeom prst="rect">
            <a:avLst/>
          </a:prstGeom>
          <a:noFill/>
        </p:spPr>
        <p:txBody>
          <a:bodyPr wrap="none" rtlCol="0">
            <a:spAutoFit/>
          </a:bodyPr>
          <a:lstStyle/>
          <a:p>
            <a:r>
              <a:rPr lang="en-US" sz="2800" b="1" i="1">
                <a:latin typeface="Times New Roman" panose="02020603050405020304" pitchFamily="18" charset="0"/>
                <a:cs typeface="Times New Roman" panose="02020603050405020304" pitchFamily="18" charset="0"/>
              </a:rPr>
              <a:t>A. Block Diagram of The Proposed Clock Multiplexer</a:t>
            </a:r>
            <a:endParaRPr lang="vi-VN" sz="2800" b="1" i="1">
              <a:latin typeface="Times New Roman" panose="02020603050405020304" pitchFamily="18" charset="0"/>
              <a:cs typeface="Times New Roman" panose="02020603050405020304" pitchFamily="18" charset="0"/>
            </a:endParaRPr>
          </a:p>
        </p:txBody>
      </p:sp>
      <p:sp>
        <p:nvSpPr>
          <p:cNvPr id="1024" name="TextBox 1023">
            <a:extLst>
              <a:ext uri="{FF2B5EF4-FFF2-40B4-BE49-F238E27FC236}">
                <a16:creationId xmlns:a16="http://schemas.microsoft.com/office/drawing/2014/main" id="{3F3F3380-5809-25C0-2F33-1483719B47BC}"/>
              </a:ext>
            </a:extLst>
          </p:cNvPr>
          <p:cNvSpPr txBox="1">
            <a:spLocks/>
          </p:cNvSpPr>
          <p:nvPr/>
        </p:nvSpPr>
        <p:spPr>
          <a:xfrm>
            <a:off x="17797438" y="14707491"/>
            <a:ext cx="7428637" cy="523220"/>
          </a:xfrm>
          <a:prstGeom prst="rect">
            <a:avLst/>
          </a:prstGeom>
          <a:noFill/>
        </p:spPr>
        <p:txBody>
          <a:bodyPr wrap="none" rtlCol="0">
            <a:spAutoFit/>
          </a:bodyPr>
          <a:lstStyle/>
          <a:p>
            <a:r>
              <a:rPr lang="en-US" sz="2800" b="1" i="1">
                <a:latin typeface="Times New Roman" panose="02020603050405020304" pitchFamily="18" charset="0"/>
                <a:cs typeface="Times New Roman" panose="02020603050405020304" pitchFamily="18" charset="0"/>
              </a:rPr>
              <a:t>B. Schematic of The Proposed Clock Multiplexer</a:t>
            </a:r>
            <a:endParaRPr lang="vi-VN" sz="2800" b="1" i="1">
              <a:latin typeface="Times New Roman" panose="02020603050405020304" pitchFamily="18" charset="0"/>
              <a:cs typeface="Times New Roman" panose="02020603050405020304" pitchFamily="18" charset="0"/>
            </a:endParaRPr>
          </a:p>
        </p:txBody>
      </p:sp>
      <p:cxnSp>
        <p:nvCxnSpPr>
          <p:cNvPr id="1027" name="Straight Connector 1026">
            <a:extLst>
              <a:ext uri="{FF2B5EF4-FFF2-40B4-BE49-F238E27FC236}">
                <a16:creationId xmlns:a16="http://schemas.microsoft.com/office/drawing/2014/main" id="{3F0F9F49-33D3-B4A3-94DD-1353CB513F03}"/>
              </a:ext>
            </a:extLst>
          </p:cNvPr>
          <p:cNvCxnSpPr>
            <a:cxnSpLocks/>
          </p:cNvCxnSpPr>
          <p:nvPr/>
        </p:nvCxnSpPr>
        <p:spPr>
          <a:xfrm flipV="1">
            <a:off x="11836039" y="14466538"/>
            <a:ext cx="0" cy="14779921"/>
          </a:xfrm>
          <a:prstGeom prst="line">
            <a:avLst/>
          </a:prstGeom>
          <a:ln w="57150">
            <a:solidFill>
              <a:schemeClr val="bg1">
                <a:lumMod val="65000"/>
              </a:schemeClr>
            </a:solidFill>
            <a:prstDash val="sysDash"/>
          </a:ln>
        </p:spPr>
        <p:style>
          <a:lnRef idx="1">
            <a:schemeClr val="dk1"/>
          </a:lnRef>
          <a:fillRef idx="0">
            <a:schemeClr val="dk1"/>
          </a:fillRef>
          <a:effectRef idx="0">
            <a:schemeClr val="dk1"/>
          </a:effectRef>
          <a:fontRef idx="minor">
            <a:schemeClr val="tx1"/>
          </a:fontRef>
        </p:style>
      </p:cxnSp>
      <p:sp>
        <p:nvSpPr>
          <p:cNvPr id="1037" name="Google Shape;78;p13">
            <a:extLst>
              <a:ext uri="{FF2B5EF4-FFF2-40B4-BE49-F238E27FC236}">
                <a16:creationId xmlns:a16="http://schemas.microsoft.com/office/drawing/2014/main" id="{E9A4042A-C925-74BE-2598-4D5DC208FFDA}"/>
              </a:ext>
            </a:extLst>
          </p:cNvPr>
          <p:cNvSpPr>
            <a:spLocks/>
          </p:cNvSpPr>
          <p:nvPr/>
        </p:nvSpPr>
        <p:spPr>
          <a:xfrm>
            <a:off x="35718" y="41943769"/>
            <a:ext cx="30275213" cy="1049227"/>
          </a:xfrm>
          <a:prstGeom prst="rect">
            <a:avLst/>
          </a:prstGeom>
          <a:solidFill>
            <a:srgbClr val="DEF1FF"/>
          </a:solidFill>
          <a:ln>
            <a:noFill/>
          </a:ln>
        </p:spPr>
        <p:txBody>
          <a:bodyPr spcFirstLastPara="1" wrap="square" lIns="345550" tIns="345550" rIns="345550" bIns="345550" anchor="ctr" anchorCtr="0">
            <a:noAutofit/>
          </a:bodyPr>
          <a:lstStyle/>
          <a:p>
            <a:pPr marL="0" lvl="0" indent="0" algn="l" rtl="0">
              <a:spcBef>
                <a:spcPts val="0"/>
              </a:spcBef>
              <a:spcAft>
                <a:spcPts val="0"/>
              </a:spcAft>
              <a:buNone/>
            </a:pPr>
            <a:endParaRPr/>
          </a:p>
        </p:txBody>
      </p:sp>
      <p:sp>
        <p:nvSpPr>
          <p:cNvPr id="1038" name="Google Shape;79;p13">
            <a:extLst>
              <a:ext uri="{FF2B5EF4-FFF2-40B4-BE49-F238E27FC236}">
                <a16:creationId xmlns:a16="http://schemas.microsoft.com/office/drawing/2014/main" id="{3D60DAC0-9B82-3B0C-FD75-56BC855827B3}"/>
              </a:ext>
            </a:extLst>
          </p:cNvPr>
          <p:cNvSpPr txBox="1">
            <a:spLocks/>
          </p:cNvSpPr>
          <p:nvPr/>
        </p:nvSpPr>
        <p:spPr>
          <a:xfrm>
            <a:off x="3086046" y="41671778"/>
            <a:ext cx="24148800" cy="2151000"/>
          </a:xfrm>
          <a:prstGeom prst="rect">
            <a:avLst/>
          </a:prstGeom>
        </p:spPr>
        <p:txBody>
          <a:bodyPr spcFirstLastPara="1" vert="horz" wrap="square" lIns="464700" tIns="464700" rIns="464700" bIns="464700" rtlCol="0" anchor="t" anchorCtr="0">
            <a:normAutofit/>
          </a:bodyPr>
          <a:lstStyle>
            <a:lvl1pPr marL="0" indent="0" algn="ctr" defTabSz="3027487" rtl="0" eaLnBrk="1" latinLnBrk="0" hangingPunct="1">
              <a:lnSpc>
                <a:spcPct val="90000"/>
              </a:lnSpc>
              <a:spcBef>
                <a:spcPts val="3311"/>
              </a:spcBef>
              <a:buFont typeface="Arial" panose="020B0604020202020204" pitchFamily="34" charset="0"/>
              <a:buNone/>
              <a:defRPr sz="7946" kern="1200">
                <a:solidFill>
                  <a:schemeClr val="tx1"/>
                </a:solidFill>
                <a:latin typeface="+mn-lt"/>
                <a:ea typeface="+mn-ea"/>
                <a:cs typeface="+mn-cs"/>
              </a:defRPr>
            </a:lvl1pPr>
            <a:lvl2pPr marL="1513743" indent="0" algn="ctr" defTabSz="3027487" rtl="0" eaLnBrk="1" latinLnBrk="0" hangingPunct="1">
              <a:lnSpc>
                <a:spcPct val="90000"/>
              </a:lnSpc>
              <a:spcBef>
                <a:spcPts val="1655"/>
              </a:spcBef>
              <a:buFont typeface="Arial" panose="020B0604020202020204" pitchFamily="34" charset="0"/>
              <a:buNone/>
              <a:defRPr sz="6622" kern="1200">
                <a:solidFill>
                  <a:schemeClr val="tx1"/>
                </a:solidFill>
                <a:latin typeface="+mn-lt"/>
                <a:ea typeface="+mn-ea"/>
                <a:cs typeface="+mn-cs"/>
              </a:defRPr>
            </a:lvl2pPr>
            <a:lvl3pPr marL="3027487" indent="0" algn="ctr" defTabSz="3027487" rtl="0" eaLnBrk="1" latinLnBrk="0" hangingPunct="1">
              <a:lnSpc>
                <a:spcPct val="90000"/>
              </a:lnSpc>
              <a:spcBef>
                <a:spcPts val="1655"/>
              </a:spcBef>
              <a:buFont typeface="Arial" panose="020B0604020202020204" pitchFamily="34" charset="0"/>
              <a:buNone/>
              <a:defRPr sz="5960" kern="1200">
                <a:solidFill>
                  <a:schemeClr val="tx1"/>
                </a:solidFill>
                <a:latin typeface="+mn-lt"/>
                <a:ea typeface="+mn-ea"/>
                <a:cs typeface="+mn-cs"/>
              </a:defRPr>
            </a:lvl3pPr>
            <a:lvl4pPr marL="4541230" indent="0" algn="ctr" defTabSz="3027487" rtl="0" eaLnBrk="1" latinLnBrk="0" hangingPunct="1">
              <a:lnSpc>
                <a:spcPct val="90000"/>
              </a:lnSpc>
              <a:spcBef>
                <a:spcPts val="1655"/>
              </a:spcBef>
              <a:buFont typeface="Arial" panose="020B0604020202020204" pitchFamily="34" charset="0"/>
              <a:buNone/>
              <a:defRPr sz="5297" kern="1200">
                <a:solidFill>
                  <a:schemeClr val="tx1"/>
                </a:solidFill>
                <a:latin typeface="+mn-lt"/>
                <a:ea typeface="+mn-ea"/>
                <a:cs typeface="+mn-cs"/>
              </a:defRPr>
            </a:lvl4pPr>
            <a:lvl5pPr marL="6054974" indent="0" algn="ctr" defTabSz="3027487" rtl="0" eaLnBrk="1" latinLnBrk="0" hangingPunct="1">
              <a:lnSpc>
                <a:spcPct val="90000"/>
              </a:lnSpc>
              <a:spcBef>
                <a:spcPts val="1655"/>
              </a:spcBef>
              <a:buFont typeface="Arial" panose="020B0604020202020204" pitchFamily="34" charset="0"/>
              <a:buNone/>
              <a:defRPr sz="5297" kern="1200">
                <a:solidFill>
                  <a:schemeClr val="tx1"/>
                </a:solidFill>
                <a:latin typeface="+mn-lt"/>
                <a:ea typeface="+mn-ea"/>
                <a:cs typeface="+mn-cs"/>
              </a:defRPr>
            </a:lvl5pPr>
            <a:lvl6pPr marL="7568717" indent="0" algn="ctr" defTabSz="3027487" rtl="0" eaLnBrk="1" latinLnBrk="0" hangingPunct="1">
              <a:lnSpc>
                <a:spcPct val="90000"/>
              </a:lnSpc>
              <a:spcBef>
                <a:spcPts val="1655"/>
              </a:spcBef>
              <a:buFont typeface="Arial" panose="020B0604020202020204" pitchFamily="34" charset="0"/>
              <a:buNone/>
              <a:defRPr sz="5297" kern="1200">
                <a:solidFill>
                  <a:schemeClr val="tx1"/>
                </a:solidFill>
                <a:latin typeface="+mn-lt"/>
                <a:ea typeface="+mn-ea"/>
                <a:cs typeface="+mn-cs"/>
              </a:defRPr>
            </a:lvl6pPr>
            <a:lvl7pPr marL="9082461" indent="0" algn="ctr" defTabSz="3027487" rtl="0" eaLnBrk="1" latinLnBrk="0" hangingPunct="1">
              <a:lnSpc>
                <a:spcPct val="90000"/>
              </a:lnSpc>
              <a:spcBef>
                <a:spcPts val="1655"/>
              </a:spcBef>
              <a:buFont typeface="Arial" panose="020B0604020202020204" pitchFamily="34" charset="0"/>
              <a:buNone/>
              <a:defRPr sz="5297" kern="1200">
                <a:solidFill>
                  <a:schemeClr val="tx1"/>
                </a:solidFill>
                <a:latin typeface="+mn-lt"/>
                <a:ea typeface="+mn-ea"/>
                <a:cs typeface="+mn-cs"/>
              </a:defRPr>
            </a:lvl7pPr>
            <a:lvl8pPr marL="10596204" indent="0" algn="ctr" defTabSz="3027487" rtl="0" eaLnBrk="1" latinLnBrk="0" hangingPunct="1">
              <a:lnSpc>
                <a:spcPct val="90000"/>
              </a:lnSpc>
              <a:spcBef>
                <a:spcPts val="1655"/>
              </a:spcBef>
              <a:buFont typeface="Arial" panose="020B0604020202020204" pitchFamily="34" charset="0"/>
              <a:buNone/>
              <a:defRPr sz="5297" kern="1200">
                <a:solidFill>
                  <a:schemeClr val="tx1"/>
                </a:solidFill>
                <a:latin typeface="+mn-lt"/>
                <a:ea typeface="+mn-ea"/>
                <a:cs typeface="+mn-cs"/>
              </a:defRPr>
            </a:lvl8pPr>
            <a:lvl9pPr marL="12109948" indent="0" algn="ctr" defTabSz="3027487" rtl="0" eaLnBrk="1" latinLnBrk="0" hangingPunct="1">
              <a:lnSpc>
                <a:spcPct val="90000"/>
              </a:lnSpc>
              <a:spcBef>
                <a:spcPts val="1655"/>
              </a:spcBef>
              <a:buFont typeface="Arial" panose="020B0604020202020204" pitchFamily="34" charset="0"/>
              <a:buNone/>
              <a:defRPr sz="5297" kern="1200">
                <a:solidFill>
                  <a:schemeClr val="tx1"/>
                </a:solidFill>
                <a:latin typeface="+mn-lt"/>
                <a:ea typeface="+mn-ea"/>
                <a:cs typeface="+mn-cs"/>
              </a:defRPr>
            </a:lvl9pPr>
          </a:lstStyle>
          <a:p>
            <a:pPr>
              <a:lnSpc>
                <a:spcPct val="115000"/>
              </a:lnSpc>
              <a:spcBef>
                <a:spcPts val="0"/>
              </a:spcBef>
              <a:buSzPts val="3500"/>
            </a:pPr>
            <a:r>
              <a:rPr lang="en-US" sz="3600" b="1" i="1">
                <a:solidFill>
                  <a:srgbClr val="1F4E79"/>
                </a:solidFill>
                <a:latin typeface="Times New Roman"/>
                <a:ea typeface="Times New Roman"/>
                <a:cs typeface="Times New Roman"/>
                <a:sym typeface="Times New Roman"/>
              </a:rPr>
              <a:t>Ha Noi, 14/04/2026</a:t>
            </a:r>
            <a:endParaRPr lang="en-US" sz="3600" b="1" i="1" dirty="0">
              <a:solidFill>
                <a:srgbClr val="1F4E79"/>
              </a:solidFill>
              <a:latin typeface="Times New Roman"/>
              <a:ea typeface="Times New Roman"/>
              <a:cs typeface="Times New Roman"/>
              <a:sym typeface="Times New Roman"/>
            </a:endParaRPr>
          </a:p>
        </p:txBody>
      </p:sp>
      <p:pic>
        <p:nvPicPr>
          <p:cNvPr id="1041" name="Picture 1040" descr="A blue and orange logo&#10;&#10;Description automatically generated">
            <a:extLst>
              <a:ext uri="{FF2B5EF4-FFF2-40B4-BE49-F238E27FC236}">
                <a16:creationId xmlns:a16="http://schemas.microsoft.com/office/drawing/2014/main" id="{902F3598-7FA8-D417-DC4B-5DACD9FB9BEE}"/>
              </a:ext>
            </a:extLst>
          </p:cNvPr>
          <p:cNvPicPr>
            <a:picLocks noChangeAspect="1"/>
          </p:cNvPicPr>
          <p:nvPr/>
        </p:nvPicPr>
        <p:blipFill>
          <a:blip r:embed="rId8"/>
          <a:stretch>
            <a:fillRect/>
          </a:stretch>
        </p:blipFill>
        <p:spPr>
          <a:xfrm>
            <a:off x="26101456" y="454616"/>
            <a:ext cx="4127760" cy="1587321"/>
          </a:xfrm>
          <a:prstGeom prst="rect">
            <a:avLst/>
          </a:prstGeom>
        </p:spPr>
      </p:pic>
      <p:pic>
        <p:nvPicPr>
          <p:cNvPr id="1042" name="Picture 1041">
            <a:extLst>
              <a:ext uri="{FF2B5EF4-FFF2-40B4-BE49-F238E27FC236}">
                <a16:creationId xmlns:a16="http://schemas.microsoft.com/office/drawing/2014/main" id="{CA8302FB-B08E-BEAE-D871-C7DFCD9A9D2E}"/>
              </a:ext>
            </a:extLst>
          </p:cNvPr>
          <p:cNvPicPr>
            <a:picLocks noChangeAspect="1"/>
          </p:cNvPicPr>
          <p:nvPr/>
        </p:nvPicPr>
        <p:blipFill>
          <a:blip r:embed="rId9"/>
          <a:stretch>
            <a:fillRect/>
          </a:stretch>
        </p:blipFill>
        <p:spPr>
          <a:xfrm>
            <a:off x="-7951" y="293750"/>
            <a:ext cx="3736564" cy="2562661"/>
          </a:xfrm>
          <a:prstGeom prst="rect">
            <a:avLst/>
          </a:prstGeom>
        </p:spPr>
      </p:pic>
      <p:sp>
        <p:nvSpPr>
          <p:cNvPr id="1043" name="TextBox 1042">
            <a:extLst>
              <a:ext uri="{FF2B5EF4-FFF2-40B4-BE49-F238E27FC236}">
                <a16:creationId xmlns:a16="http://schemas.microsoft.com/office/drawing/2014/main" id="{62B117AD-D550-EB9C-EC84-B0FC55632A1A}"/>
              </a:ext>
            </a:extLst>
          </p:cNvPr>
          <p:cNvSpPr txBox="1">
            <a:spLocks/>
          </p:cNvSpPr>
          <p:nvPr/>
        </p:nvSpPr>
        <p:spPr>
          <a:xfrm>
            <a:off x="16481093" y="27906590"/>
            <a:ext cx="9018816" cy="523220"/>
          </a:xfrm>
          <a:prstGeom prst="rect">
            <a:avLst/>
          </a:prstGeom>
          <a:noFill/>
        </p:spPr>
        <p:txBody>
          <a:bodyPr wrap="none" rtlCol="0">
            <a:spAutoFit/>
          </a:bodyPr>
          <a:lstStyle/>
          <a:p>
            <a:r>
              <a:rPr lang="en-US" sz="2800">
                <a:latin typeface="Times New Roman" panose="02020603050405020304" pitchFamily="18" charset="0"/>
                <a:cs typeface="Times New Roman" panose="02020603050405020304" pitchFamily="18" charset="0"/>
              </a:rPr>
              <a:t>Fig. 5. Detailed Schematic of the proposed clock multiplexer </a:t>
            </a:r>
            <a:endParaRPr lang="vi-VN" sz="2800">
              <a:latin typeface="Times New Roman" panose="02020603050405020304" pitchFamily="18" charset="0"/>
              <a:cs typeface="Times New Roman" panose="02020603050405020304" pitchFamily="18" charset="0"/>
            </a:endParaRPr>
          </a:p>
        </p:txBody>
      </p:sp>
      <p:pic>
        <p:nvPicPr>
          <p:cNvPr id="1045" name="Picture 6">
            <a:extLst>
              <a:ext uri="{FF2B5EF4-FFF2-40B4-BE49-F238E27FC236}">
                <a16:creationId xmlns:a16="http://schemas.microsoft.com/office/drawing/2014/main" id="{838540C4-831C-7BC9-00B2-72DA58C27D23}"/>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2345093" y="32372468"/>
            <a:ext cx="10883064" cy="1560163"/>
          </a:xfrm>
          <a:prstGeom prst="rect">
            <a:avLst/>
          </a:prstGeom>
          <a:noFill/>
          <a:extLst>
            <a:ext uri="{909E8E84-426E-40DD-AFC4-6F175D3DCCD1}">
              <a14:hiddenFill xmlns:a14="http://schemas.microsoft.com/office/drawing/2010/main">
                <a:solidFill>
                  <a:srgbClr val="FFFFFF"/>
                </a:solidFill>
              </a14:hiddenFill>
            </a:ext>
          </a:extLst>
        </p:spPr>
      </p:pic>
      <p:pic>
        <p:nvPicPr>
          <p:cNvPr id="1046" name="Picture 8">
            <a:extLst>
              <a:ext uri="{FF2B5EF4-FFF2-40B4-BE49-F238E27FC236}">
                <a16:creationId xmlns:a16="http://schemas.microsoft.com/office/drawing/2014/main" id="{865D92E1-2193-35EE-3135-55E6088ED2D7}"/>
              </a:ext>
            </a:extLst>
          </p:cNvPr>
          <p:cNvPicPr>
            <a:picLocks noChangeAspect="1" noChangeArrowheads="1"/>
          </p:cNvPicPr>
          <p:nvPr/>
        </p:nvPicPr>
        <p:blipFill rotWithShape="1">
          <a:blip r:embed="rId11">
            <a:extLst>
              <a:ext uri="{28A0092B-C50C-407E-A947-70E740481C1C}">
                <a14:useLocalDpi xmlns:a14="http://schemas.microsoft.com/office/drawing/2010/main" val="0"/>
              </a:ext>
            </a:extLst>
          </a:blip>
          <a:srcRect r="326"/>
          <a:stretch>
            <a:fillRect/>
          </a:stretch>
        </p:blipFill>
        <p:spPr bwMode="auto">
          <a:xfrm>
            <a:off x="974415" y="30636274"/>
            <a:ext cx="13889623" cy="1582305"/>
          </a:xfrm>
          <a:prstGeom prst="rect">
            <a:avLst/>
          </a:prstGeom>
          <a:noFill/>
          <a:extLst>
            <a:ext uri="{909E8E84-426E-40DD-AFC4-6F175D3DCCD1}">
              <a14:hiddenFill xmlns:a14="http://schemas.microsoft.com/office/drawing/2010/main">
                <a:solidFill>
                  <a:srgbClr val="FFFFFF"/>
                </a:solidFill>
              </a14:hiddenFill>
            </a:ext>
          </a:extLst>
        </p:spPr>
      </p:pic>
      <p:sp>
        <p:nvSpPr>
          <p:cNvPr id="1050" name="Google Shape;70;p13">
            <a:extLst>
              <a:ext uri="{FF2B5EF4-FFF2-40B4-BE49-F238E27FC236}">
                <a16:creationId xmlns:a16="http://schemas.microsoft.com/office/drawing/2014/main" id="{8EFE5CAB-C3FF-917A-FF09-3136EC94FE2E}"/>
              </a:ext>
            </a:extLst>
          </p:cNvPr>
          <p:cNvSpPr txBox="1">
            <a:spLocks/>
          </p:cNvSpPr>
          <p:nvPr/>
        </p:nvSpPr>
        <p:spPr>
          <a:xfrm>
            <a:off x="858333" y="29151227"/>
            <a:ext cx="28783774" cy="2455800"/>
          </a:xfrm>
          <a:prstGeom prst="rect">
            <a:avLst/>
          </a:prstGeom>
        </p:spPr>
        <p:txBody>
          <a:bodyPr spcFirstLastPara="1" vert="horz" wrap="square" lIns="464700" tIns="464700" rIns="464700" bIns="464700" rtlCol="0" anchor="t" anchorCtr="0">
            <a:normAutofit/>
          </a:bodyPr>
          <a:lstStyle>
            <a:lvl1pPr marL="0" indent="0" algn="ctr" defTabSz="3027487" rtl="0" eaLnBrk="1" latinLnBrk="0" hangingPunct="1">
              <a:lnSpc>
                <a:spcPct val="90000"/>
              </a:lnSpc>
              <a:spcBef>
                <a:spcPts val="3311"/>
              </a:spcBef>
              <a:buFont typeface="Arial" panose="020B0604020202020204" pitchFamily="34" charset="0"/>
              <a:buNone/>
              <a:defRPr sz="7946" kern="1200">
                <a:solidFill>
                  <a:schemeClr val="tx1"/>
                </a:solidFill>
                <a:latin typeface="+mn-lt"/>
                <a:ea typeface="+mn-ea"/>
                <a:cs typeface="+mn-cs"/>
              </a:defRPr>
            </a:lvl1pPr>
            <a:lvl2pPr marL="1513743" indent="0" algn="ctr" defTabSz="3027487" rtl="0" eaLnBrk="1" latinLnBrk="0" hangingPunct="1">
              <a:lnSpc>
                <a:spcPct val="90000"/>
              </a:lnSpc>
              <a:spcBef>
                <a:spcPts val="1655"/>
              </a:spcBef>
              <a:buFont typeface="Arial" panose="020B0604020202020204" pitchFamily="34" charset="0"/>
              <a:buNone/>
              <a:defRPr sz="6622" kern="1200">
                <a:solidFill>
                  <a:schemeClr val="tx1"/>
                </a:solidFill>
                <a:latin typeface="+mn-lt"/>
                <a:ea typeface="+mn-ea"/>
                <a:cs typeface="+mn-cs"/>
              </a:defRPr>
            </a:lvl2pPr>
            <a:lvl3pPr marL="3027487" indent="0" algn="ctr" defTabSz="3027487" rtl="0" eaLnBrk="1" latinLnBrk="0" hangingPunct="1">
              <a:lnSpc>
                <a:spcPct val="90000"/>
              </a:lnSpc>
              <a:spcBef>
                <a:spcPts val="1655"/>
              </a:spcBef>
              <a:buFont typeface="Arial" panose="020B0604020202020204" pitchFamily="34" charset="0"/>
              <a:buNone/>
              <a:defRPr sz="5960" kern="1200">
                <a:solidFill>
                  <a:schemeClr val="tx1"/>
                </a:solidFill>
                <a:latin typeface="+mn-lt"/>
                <a:ea typeface="+mn-ea"/>
                <a:cs typeface="+mn-cs"/>
              </a:defRPr>
            </a:lvl3pPr>
            <a:lvl4pPr marL="4541230" indent="0" algn="ctr" defTabSz="3027487" rtl="0" eaLnBrk="1" latinLnBrk="0" hangingPunct="1">
              <a:lnSpc>
                <a:spcPct val="90000"/>
              </a:lnSpc>
              <a:spcBef>
                <a:spcPts val="1655"/>
              </a:spcBef>
              <a:buFont typeface="Arial" panose="020B0604020202020204" pitchFamily="34" charset="0"/>
              <a:buNone/>
              <a:defRPr sz="5297" kern="1200">
                <a:solidFill>
                  <a:schemeClr val="tx1"/>
                </a:solidFill>
                <a:latin typeface="+mn-lt"/>
                <a:ea typeface="+mn-ea"/>
                <a:cs typeface="+mn-cs"/>
              </a:defRPr>
            </a:lvl4pPr>
            <a:lvl5pPr marL="6054974" indent="0" algn="ctr" defTabSz="3027487" rtl="0" eaLnBrk="1" latinLnBrk="0" hangingPunct="1">
              <a:lnSpc>
                <a:spcPct val="90000"/>
              </a:lnSpc>
              <a:spcBef>
                <a:spcPts val="1655"/>
              </a:spcBef>
              <a:buFont typeface="Arial" panose="020B0604020202020204" pitchFamily="34" charset="0"/>
              <a:buNone/>
              <a:defRPr sz="5297" kern="1200">
                <a:solidFill>
                  <a:schemeClr val="tx1"/>
                </a:solidFill>
                <a:latin typeface="+mn-lt"/>
                <a:ea typeface="+mn-ea"/>
                <a:cs typeface="+mn-cs"/>
              </a:defRPr>
            </a:lvl5pPr>
            <a:lvl6pPr marL="7568717" indent="0" algn="ctr" defTabSz="3027487" rtl="0" eaLnBrk="1" latinLnBrk="0" hangingPunct="1">
              <a:lnSpc>
                <a:spcPct val="90000"/>
              </a:lnSpc>
              <a:spcBef>
                <a:spcPts val="1655"/>
              </a:spcBef>
              <a:buFont typeface="Arial" panose="020B0604020202020204" pitchFamily="34" charset="0"/>
              <a:buNone/>
              <a:defRPr sz="5297" kern="1200">
                <a:solidFill>
                  <a:schemeClr val="tx1"/>
                </a:solidFill>
                <a:latin typeface="+mn-lt"/>
                <a:ea typeface="+mn-ea"/>
                <a:cs typeface="+mn-cs"/>
              </a:defRPr>
            </a:lvl6pPr>
            <a:lvl7pPr marL="9082461" indent="0" algn="ctr" defTabSz="3027487" rtl="0" eaLnBrk="1" latinLnBrk="0" hangingPunct="1">
              <a:lnSpc>
                <a:spcPct val="90000"/>
              </a:lnSpc>
              <a:spcBef>
                <a:spcPts val="1655"/>
              </a:spcBef>
              <a:buFont typeface="Arial" panose="020B0604020202020204" pitchFamily="34" charset="0"/>
              <a:buNone/>
              <a:defRPr sz="5297" kern="1200">
                <a:solidFill>
                  <a:schemeClr val="tx1"/>
                </a:solidFill>
                <a:latin typeface="+mn-lt"/>
                <a:ea typeface="+mn-ea"/>
                <a:cs typeface="+mn-cs"/>
              </a:defRPr>
            </a:lvl7pPr>
            <a:lvl8pPr marL="10596204" indent="0" algn="ctr" defTabSz="3027487" rtl="0" eaLnBrk="1" latinLnBrk="0" hangingPunct="1">
              <a:lnSpc>
                <a:spcPct val="90000"/>
              </a:lnSpc>
              <a:spcBef>
                <a:spcPts val="1655"/>
              </a:spcBef>
              <a:buFont typeface="Arial" panose="020B0604020202020204" pitchFamily="34" charset="0"/>
              <a:buNone/>
              <a:defRPr sz="5297" kern="1200">
                <a:solidFill>
                  <a:schemeClr val="tx1"/>
                </a:solidFill>
                <a:latin typeface="+mn-lt"/>
                <a:ea typeface="+mn-ea"/>
                <a:cs typeface="+mn-cs"/>
              </a:defRPr>
            </a:lvl8pPr>
            <a:lvl9pPr marL="12109948" indent="0" algn="ctr" defTabSz="3027487" rtl="0" eaLnBrk="1" latinLnBrk="0" hangingPunct="1">
              <a:lnSpc>
                <a:spcPct val="90000"/>
              </a:lnSpc>
              <a:spcBef>
                <a:spcPts val="1655"/>
              </a:spcBef>
              <a:buFont typeface="Arial" panose="020B0604020202020204" pitchFamily="34" charset="0"/>
              <a:buNone/>
              <a:defRPr sz="5297" kern="1200">
                <a:solidFill>
                  <a:schemeClr val="tx1"/>
                </a:solidFill>
                <a:latin typeface="+mn-lt"/>
                <a:ea typeface="+mn-ea"/>
                <a:cs typeface="+mn-cs"/>
              </a:defRPr>
            </a:lvl9pPr>
          </a:lstStyle>
          <a:p>
            <a:pPr>
              <a:spcBef>
                <a:spcPts val="0"/>
              </a:spcBef>
            </a:pPr>
            <a:r>
              <a:rPr lang="en-US" sz="3200" b="1">
                <a:solidFill>
                  <a:srgbClr val="1F4E79"/>
                </a:solidFill>
                <a:latin typeface="Oswald"/>
                <a:ea typeface="Oswald"/>
                <a:cs typeface="Oswald"/>
                <a:sym typeface="Oswald"/>
              </a:rPr>
              <a:t>RESULTS AND EVALUATION</a:t>
            </a:r>
          </a:p>
        </p:txBody>
      </p:sp>
      <p:cxnSp>
        <p:nvCxnSpPr>
          <p:cNvPr id="1052" name="Straight Connector 1051">
            <a:extLst>
              <a:ext uri="{FF2B5EF4-FFF2-40B4-BE49-F238E27FC236}">
                <a16:creationId xmlns:a16="http://schemas.microsoft.com/office/drawing/2014/main" id="{81B1DFE9-C5AF-3921-1ABB-319D050B24B8}"/>
              </a:ext>
            </a:extLst>
          </p:cNvPr>
          <p:cNvCxnSpPr>
            <a:cxnSpLocks/>
          </p:cNvCxnSpPr>
          <p:nvPr/>
        </p:nvCxnSpPr>
        <p:spPr>
          <a:xfrm>
            <a:off x="745720" y="14466538"/>
            <a:ext cx="28799999" cy="69916"/>
          </a:xfrm>
          <a:prstGeom prst="line">
            <a:avLst/>
          </a:prstGeom>
          <a:ln w="57150">
            <a:solidFill>
              <a:schemeClr val="bg1">
                <a:lumMod val="65000"/>
              </a:schemeClr>
            </a:solidFill>
            <a:prstDash val="sysDash"/>
          </a:ln>
        </p:spPr>
        <p:style>
          <a:lnRef idx="1">
            <a:schemeClr val="dk1"/>
          </a:lnRef>
          <a:fillRef idx="0">
            <a:schemeClr val="dk1"/>
          </a:fillRef>
          <a:effectRef idx="0">
            <a:schemeClr val="dk1"/>
          </a:effectRef>
          <a:fontRef idx="minor">
            <a:schemeClr val="tx1"/>
          </a:fontRef>
        </p:style>
      </p:cxnSp>
      <p:cxnSp>
        <p:nvCxnSpPr>
          <p:cNvPr id="1056" name="Straight Connector 1055">
            <a:extLst>
              <a:ext uri="{FF2B5EF4-FFF2-40B4-BE49-F238E27FC236}">
                <a16:creationId xmlns:a16="http://schemas.microsoft.com/office/drawing/2014/main" id="{5D6F31D9-E19A-C280-91A6-CD7223B89D1E}"/>
              </a:ext>
            </a:extLst>
          </p:cNvPr>
          <p:cNvCxnSpPr>
            <a:cxnSpLocks/>
          </p:cNvCxnSpPr>
          <p:nvPr/>
        </p:nvCxnSpPr>
        <p:spPr>
          <a:xfrm flipV="1">
            <a:off x="15183051" y="30065930"/>
            <a:ext cx="15039" cy="4494220"/>
          </a:xfrm>
          <a:prstGeom prst="line">
            <a:avLst/>
          </a:prstGeom>
          <a:ln w="57150">
            <a:solidFill>
              <a:schemeClr val="bg1">
                <a:lumMod val="65000"/>
              </a:schemeClr>
            </a:solidFill>
            <a:prstDash val="sysDash"/>
          </a:ln>
        </p:spPr>
        <p:style>
          <a:lnRef idx="1">
            <a:schemeClr val="dk1"/>
          </a:lnRef>
          <a:fillRef idx="0">
            <a:schemeClr val="dk1"/>
          </a:fillRef>
          <a:effectRef idx="0">
            <a:schemeClr val="dk1"/>
          </a:effectRef>
          <a:fontRef idx="minor">
            <a:schemeClr val="tx1"/>
          </a:fontRef>
        </p:style>
      </p:cxnSp>
      <p:sp>
        <p:nvSpPr>
          <p:cNvPr id="1059" name="TextBox 1058">
            <a:extLst>
              <a:ext uri="{FF2B5EF4-FFF2-40B4-BE49-F238E27FC236}">
                <a16:creationId xmlns:a16="http://schemas.microsoft.com/office/drawing/2014/main" id="{AE110FFE-10F1-90AE-1AC3-18B73FCD2177}"/>
              </a:ext>
            </a:extLst>
          </p:cNvPr>
          <p:cNvSpPr txBox="1">
            <a:spLocks/>
          </p:cNvSpPr>
          <p:nvPr/>
        </p:nvSpPr>
        <p:spPr>
          <a:xfrm>
            <a:off x="2226001" y="33970525"/>
            <a:ext cx="11386450" cy="523220"/>
          </a:xfrm>
          <a:prstGeom prst="rect">
            <a:avLst/>
          </a:prstGeom>
          <a:noFill/>
        </p:spPr>
        <p:txBody>
          <a:bodyPr wrap="none" rtlCol="0">
            <a:spAutoFit/>
          </a:bodyPr>
          <a:lstStyle/>
          <a:p>
            <a:r>
              <a:rPr lang="en-US" sz="2800">
                <a:latin typeface="Times New Roman" panose="02020603050405020304" pitchFamily="18" charset="0"/>
                <a:cs typeface="Times New Roman" panose="02020603050405020304" pitchFamily="18" charset="0"/>
              </a:rPr>
              <a:t>Fig. 6. Simulation Result under Failover (top) and Recovery scenarios (down)</a:t>
            </a:r>
            <a:endParaRPr lang="vi-VN" sz="2800">
              <a:latin typeface="Times New Roman" panose="02020603050405020304" pitchFamily="18" charset="0"/>
              <a:cs typeface="Times New Roman" panose="02020603050405020304" pitchFamily="18" charset="0"/>
            </a:endParaRPr>
          </a:p>
        </p:txBody>
      </p:sp>
      <p:sp>
        <p:nvSpPr>
          <p:cNvPr id="1061" name="TextBox 1060">
            <a:extLst>
              <a:ext uri="{FF2B5EF4-FFF2-40B4-BE49-F238E27FC236}">
                <a16:creationId xmlns:a16="http://schemas.microsoft.com/office/drawing/2014/main" id="{6A0FC937-0D73-27D0-81BB-2DDFE3D6E487}"/>
              </a:ext>
            </a:extLst>
          </p:cNvPr>
          <p:cNvSpPr txBox="1">
            <a:spLocks/>
          </p:cNvSpPr>
          <p:nvPr/>
        </p:nvSpPr>
        <p:spPr>
          <a:xfrm>
            <a:off x="5745713" y="30113054"/>
            <a:ext cx="4081823" cy="523220"/>
          </a:xfrm>
          <a:prstGeom prst="rect">
            <a:avLst/>
          </a:prstGeom>
          <a:noFill/>
        </p:spPr>
        <p:txBody>
          <a:bodyPr wrap="none" rtlCol="0">
            <a:spAutoFit/>
          </a:bodyPr>
          <a:lstStyle/>
          <a:p>
            <a:r>
              <a:rPr lang="en-US" sz="2800" b="1" i="1">
                <a:latin typeface="Times New Roman" panose="02020603050405020304" pitchFamily="18" charset="0"/>
                <a:cs typeface="Times New Roman" panose="02020603050405020304" pitchFamily="18" charset="0"/>
              </a:rPr>
              <a:t>A. Functional Verification</a:t>
            </a:r>
            <a:endParaRPr lang="vi-VN" sz="2800" b="1" i="1">
              <a:latin typeface="Times New Roman" panose="02020603050405020304" pitchFamily="18" charset="0"/>
              <a:cs typeface="Times New Roman" panose="02020603050405020304" pitchFamily="18" charset="0"/>
            </a:endParaRPr>
          </a:p>
        </p:txBody>
      </p:sp>
      <p:sp>
        <p:nvSpPr>
          <p:cNvPr id="1063" name="TextBox 1062">
            <a:extLst>
              <a:ext uri="{FF2B5EF4-FFF2-40B4-BE49-F238E27FC236}">
                <a16:creationId xmlns:a16="http://schemas.microsoft.com/office/drawing/2014/main" id="{2B8B236D-5B04-827A-DD75-EDD76D711C20}"/>
              </a:ext>
            </a:extLst>
          </p:cNvPr>
          <p:cNvSpPr txBox="1">
            <a:spLocks/>
          </p:cNvSpPr>
          <p:nvPr/>
        </p:nvSpPr>
        <p:spPr>
          <a:xfrm>
            <a:off x="19378321" y="30113054"/>
            <a:ext cx="5980612" cy="523220"/>
          </a:xfrm>
          <a:prstGeom prst="rect">
            <a:avLst/>
          </a:prstGeom>
          <a:noFill/>
        </p:spPr>
        <p:txBody>
          <a:bodyPr wrap="none" rtlCol="0">
            <a:spAutoFit/>
          </a:bodyPr>
          <a:lstStyle/>
          <a:p>
            <a:r>
              <a:rPr lang="en-US" sz="2800" b="1" i="1">
                <a:latin typeface="Times New Roman" panose="02020603050405020304" pitchFamily="18" charset="0"/>
                <a:cs typeface="Times New Roman" panose="02020603050405020304" pitchFamily="18" charset="0"/>
              </a:rPr>
              <a:t>B. Resource and Performance Analysis</a:t>
            </a:r>
            <a:endParaRPr lang="vi-VN" sz="2800" b="1" i="1">
              <a:latin typeface="Times New Roman" panose="02020603050405020304" pitchFamily="18" charset="0"/>
              <a:cs typeface="Times New Roman" panose="02020603050405020304" pitchFamily="18" charset="0"/>
            </a:endParaRPr>
          </a:p>
        </p:txBody>
      </p:sp>
      <p:cxnSp>
        <p:nvCxnSpPr>
          <p:cNvPr id="1066" name="Straight Connector 1065">
            <a:extLst>
              <a:ext uri="{FF2B5EF4-FFF2-40B4-BE49-F238E27FC236}">
                <a16:creationId xmlns:a16="http://schemas.microsoft.com/office/drawing/2014/main" id="{4A7955B3-AB32-DC31-58B7-BFE120C00093}"/>
              </a:ext>
            </a:extLst>
          </p:cNvPr>
          <p:cNvCxnSpPr>
            <a:cxnSpLocks/>
          </p:cNvCxnSpPr>
          <p:nvPr/>
        </p:nvCxnSpPr>
        <p:spPr>
          <a:xfrm flipV="1">
            <a:off x="11871028" y="7877085"/>
            <a:ext cx="0" cy="5757641"/>
          </a:xfrm>
          <a:prstGeom prst="line">
            <a:avLst/>
          </a:prstGeom>
          <a:ln w="57150">
            <a:solidFill>
              <a:schemeClr val="bg1">
                <a:lumMod val="65000"/>
              </a:schemeClr>
            </a:solidFill>
            <a:prstDash val="sysDash"/>
          </a:ln>
        </p:spPr>
        <p:style>
          <a:lnRef idx="1">
            <a:schemeClr val="dk1"/>
          </a:lnRef>
          <a:fillRef idx="0">
            <a:schemeClr val="dk1"/>
          </a:fillRef>
          <a:effectRef idx="0">
            <a:schemeClr val="dk1"/>
          </a:effectRef>
          <a:fontRef idx="minor">
            <a:schemeClr val="tx1"/>
          </a:fontRef>
        </p:style>
      </p:cxnSp>
      <p:cxnSp>
        <p:nvCxnSpPr>
          <p:cNvPr id="1069" name="Straight Connector 1068">
            <a:extLst>
              <a:ext uri="{FF2B5EF4-FFF2-40B4-BE49-F238E27FC236}">
                <a16:creationId xmlns:a16="http://schemas.microsoft.com/office/drawing/2014/main" id="{E76228CF-E137-2FAD-AC62-7F0814DFFA68}"/>
              </a:ext>
            </a:extLst>
          </p:cNvPr>
          <p:cNvCxnSpPr>
            <a:cxnSpLocks/>
          </p:cNvCxnSpPr>
          <p:nvPr/>
        </p:nvCxnSpPr>
        <p:spPr>
          <a:xfrm>
            <a:off x="760446" y="7877085"/>
            <a:ext cx="28799999" cy="69916"/>
          </a:xfrm>
          <a:prstGeom prst="line">
            <a:avLst/>
          </a:prstGeom>
          <a:ln w="57150">
            <a:solidFill>
              <a:schemeClr val="bg1">
                <a:lumMod val="65000"/>
              </a:schemeClr>
            </a:solidFill>
            <a:prstDash val="sysDash"/>
          </a:ln>
        </p:spPr>
        <p:style>
          <a:lnRef idx="1">
            <a:schemeClr val="dk1"/>
          </a:lnRef>
          <a:fillRef idx="0">
            <a:schemeClr val="dk1"/>
          </a:fillRef>
          <a:effectRef idx="0">
            <a:schemeClr val="dk1"/>
          </a:effectRef>
          <a:fontRef idx="minor">
            <a:schemeClr val="tx1"/>
          </a:fontRef>
        </p:style>
      </p:cxnSp>
      <p:sp>
        <p:nvSpPr>
          <p:cNvPr id="1073" name="TextBox 1072">
            <a:extLst>
              <a:ext uri="{FF2B5EF4-FFF2-40B4-BE49-F238E27FC236}">
                <a16:creationId xmlns:a16="http://schemas.microsoft.com/office/drawing/2014/main" id="{B14CF939-6D03-6DC5-DA84-F045B0A66D63}"/>
              </a:ext>
            </a:extLst>
          </p:cNvPr>
          <p:cNvSpPr txBox="1">
            <a:spLocks/>
          </p:cNvSpPr>
          <p:nvPr/>
        </p:nvSpPr>
        <p:spPr>
          <a:xfrm>
            <a:off x="16022587" y="30558685"/>
            <a:ext cx="13004650" cy="523220"/>
          </a:xfrm>
          <a:prstGeom prst="rect">
            <a:avLst/>
          </a:prstGeom>
          <a:noFill/>
        </p:spPr>
        <p:txBody>
          <a:bodyPr wrap="none" rtlCol="0">
            <a:spAutoFit/>
          </a:bodyPr>
          <a:lstStyle/>
          <a:p>
            <a:r>
              <a:rPr lang="en-US" sz="2800">
                <a:latin typeface="Times New Roman" panose="02020603050405020304" pitchFamily="18" charset="0"/>
                <a:cs typeface="Times New Roman" panose="02020603050405020304" pitchFamily="18" charset="0"/>
              </a:rPr>
              <a:t>Table I: Feature and Implementation Comparison for Various Clock Multiplexer Designs </a:t>
            </a:r>
            <a:endParaRPr lang="vi-VN" sz="2800">
              <a:latin typeface="Times New Roman" panose="02020603050405020304" pitchFamily="18" charset="0"/>
              <a:cs typeface="Times New Roman" panose="02020603050405020304" pitchFamily="18" charset="0"/>
            </a:endParaRPr>
          </a:p>
        </p:txBody>
      </p:sp>
      <p:cxnSp>
        <p:nvCxnSpPr>
          <p:cNvPr id="1075" name="Straight Connector 1074">
            <a:extLst>
              <a:ext uri="{FF2B5EF4-FFF2-40B4-BE49-F238E27FC236}">
                <a16:creationId xmlns:a16="http://schemas.microsoft.com/office/drawing/2014/main" id="{F55F7F80-1C2E-9321-EEF2-1CFE186E796A}"/>
              </a:ext>
            </a:extLst>
          </p:cNvPr>
          <p:cNvCxnSpPr>
            <a:cxnSpLocks/>
          </p:cNvCxnSpPr>
          <p:nvPr/>
        </p:nvCxnSpPr>
        <p:spPr>
          <a:xfrm>
            <a:off x="745720" y="30030972"/>
            <a:ext cx="28799999" cy="69916"/>
          </a:xfrm>
          <a:prstGeom prst="line">
            <a:avLst/>
          </a:prstGeom>
          <a:ln w="57150">
            <a:solidFill>
              <a:schemeClr val="bg1">
                <a:lumMod val="65000"/>
              </a:schemeClr>
            </a:solidFill>
            <a:prstDash val="sysDash"/>
          </a:ln>
        </p:spPr>
        <p:style>
          <a:lnRef idx="1">
            <a:schemeClr val="dk1"/>
          </a:lnRef>
          <a:fillRef idx="0">
            <a:schemeClr val="dk1"/>
          </a:fillRef>
          <a:effectRef idx="0">
            <a:schemeClr val="dk1"/>
          </a:effectRef>
          <a:fontRef idx="minor">
            <a:schemeClr val="tx1"/>
          </a:fontRef>
        </p:style>
      </p:cxnSp>
      <mc:AlternateContent xmlns:mc="http://schemas.openxmlformats.org/markup-compatibility/2006">
        <mc:Choice xmlns:a14="http://schemas.microsoft.com/office/drawing/2010/main" Requires="a14">
          <p:sp>
            <p:nvSpPr>
              <p:cNvPr id="1092" name="TextBox 1091">
                <a:extLst>
                  <a:ext uri="{FF2B5EF4-FFF2-40B4-BE49-F238E27FC236}">
                    <a16:creationId xmlns:a16="http://schemas.microsoft.com/office/drawing/2014/main" id="{95031F55-0C7E-2AFA-02A1-7F1A6DC60EE3}"/>
                  </a:ext>
                </a:extLst>
              </p:cNvPr>
              <p:cNvSpPr txBox="1"/>
              <p:nvPr/>
            </p:nvSpPr>
            <p:spPr>
              <a:xfrm>
                <a:off x="15440656" y="33359720"/>
                <a:ext cx="14391878" cy="1200329"/>
              </a:xfrm>
              <a:prstGeom prst="rect">
                <a:avLst/>
              </a:prstGeom>
              <a:noFill/>
            </p:spPr>
            <p:txBody>
              <a:bodyPr wrap="square">
                <a:spAutoFit/>
              </a:bodyPr>
              <a:lstStyle/>
              <a:p>
                <a:r>
                  <a:rPr lang="en-US" sz="2400">
                    <a:latin typeface="Times New Roman" panose="02020603050405020304" pitchFamily="18" charset="0"/>
                    <a:cs typeface="Times New Roman" panose="02020603050405020304" pitchFamily="18" charset="0"/>
                  </a:rPr>
                  <a:t>* The proposed GFCM provides full dual-stop safety (forces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𝑐𝑙𝑜𝑐𝑘</m:t>
                    </m:r>
                    <m:r>
                      <a:rPr lang="en-US" sz="2400" b="0" i="1" smtClean="0">
                        <a:latin typeface="Cambria Math" panose="02040503050406030204" pitchFamily="18" charset="0"/>
                        <a:cs typeface="Times New Roman" panose="02020603050405020304" pitchFamily="18" charset="0"/>
                      </a:rPr>
                      <m:t>_</m:t>
                    </m:r>
                    <m:r>
                      <a:rPr lang="en-US" sz="2400" b="0" i="1" smtClean="0">
                        <a:latin typeface="Cambria Math" panose="02040503050406030204" pitchFamily="18" charset="0"/>
                        <a:cs typeface="Times New Roman" panose="02020603050405020304" pitchFamily="18" charset="0"/>
                      </a:rPr>
                      <m:t>𝑜𝑢𝑡</m:t>
                    </m:r>
                  </m:oMath>
                </a14:m>
                <a:r>
                  <a:rPr lang="en-US" sz="2400">
                    <a:latin typeface="Times New Roman" panose="02020603050405020304" pitchFamily="18" charset="0"/>
                    <a:cs typeface="Times New Roman" panose="02020603050405020304" pitchFamily="18" charset="0"/>
                  </a:rPr>
                  <a:t>to logic low) for staggered failures via the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𝑓𝑎𝑖𝑙</m:t>
                    </m:r>
                    <m:r>
                      <a:rPr lang="en-US" sz="2400" b="0" i="1" smtClean="0">
                        <a:latin typeface="Cambria Math" panose="02040503050406030204" pitchFamily="18" charset="0"/>
                        <a:cs typeface="Times New Roman" panose="02020603050405020304" pitchFamily="18" charset="0"/>
                      </a:rPr>
                      <m:t> </m:t>
                    </m:r>
                  </m:oMath>
                </a14:m>
                <a:r>
                  <a:rPr lang="en-US" sz="2400">
                    <a:latin typeface="Times New Roman" panose="02020603050405020304" pitchFamily="18" charset="0"/>
                    <a:cs typeface="Times New Roman" panose="02020603050405020304" pitchFamily="18" charset="0"/>
                  </a:rPr>
                  <a:t>signal. In the rare simultaneous failure case (both clocks stop within the same detection window), no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𝑓𝑎𝑖𝑙</m:t>
                    </m:r>
                  </m:oMath>
                </a14:m>
                <a:r>
                  <a:rPr lang="en-US" sz="2400">
                    <a:latin typeface="Times New Roman" panose="02020603050405020304" pitchFamily="18" charset="0"/>
                    <a:cs typeface="Times New Roman" panose="02020603050405020304" pitchFamily="18" charset="0"/>
                  </a:rPr>
                  <a:t> signal is asserted and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𝑐𝑙𝑘</m:t>
                    </m:r>
                    <m:r>
                      <a:rPr lang="en-US" sz="2400" b="0" i="1" smtClean="0">
                        <a:latin typeface="Cambria Math" panose="02040503050406030204" pitchFamily="18" charset="0"/>
                        <a:cs typeface="Times New Roman" panose="02020603050405020304" pitchFamily="18" charset="0"/>
                      </a:rPr>
                      <m:t>_</m:t>
                    </m:r>
                    <m:r>
                      <a:rPr lang="en-US" sz="2400" b="0" i="1" smtClean="0">
                        <a:latin typeface="Cambria Math" panose="02040503050406030204" pitchFamily="18" charset="0"/>
                        <a:cs typeface="Times New Roman" panose="02020603050405020304" pitchFamily="18" charset="0"/>
                      </a:rPr>
                      <m:t>𝑜𝑢𝑡</m:t>
                    </m:r>
                  </m:oMath>
                </a14:m>
                <a:r>
                  <a:rPr lang="en-US" sz="2400">
                    <a:latin typeface="Times New Roman" panose="02020603050405020304" pitchFamily="18" charset="0"/>
                    <a:cs typeface="Times New Roman" panose="02020603050405020304" pitchFamily="18" charset="0"/>
                  </a:rPr>
                  <a:t> safely holds its last valid state until at least one clock recovers.</a:t>
                </a:r>
              </a:p>
            </p:txBody>
          </p:sp>
        </mc:Choice>
        <mc:Fallback>
          <p:sp>
            <p:nvSpPr>
              <p:cNvPr id="1092" name="TextBox 1091">
                <a:extLst>
                  <a:ext uri="{FF2B5EF4-FFF2-40B4-BE49-F238E27FC236}">
                    <a16:creationId xmlns:a16="http://schemas.microsoft.com/office/drawing/2014/main" id="{95031F55-0C7E-2AFA-02A1-7F1A6DC60EE3}"/>
                  </a:ext>
                </a:extLst>
              </p:cNvPr>
              <p:cNvSpPr txBox="1">
                <a:spLocks noRot="1" noChangeAspect="1" noMove="1" noResize="1" noEditPoints="1" noAdjustHandles="1" noChangeArrowheads="1" noChangeShapeType="1" noTextEdit="1"/>
              </p:cNvSpPr>
              <p:nvPr/>
            </p:nvSpPr>
            <p:spPr>
              <a:xfrm>
                <a:off x="15440656" y="33359720"/>
                <a:ext cx="14391878" cy="1200329"/>
              </a:xfrm>
              <a:prstGeom prst="rect">
                <a:avLst/>
              </a:prstGeom>
              <a:blipFill>
                <a:blip r:embed="rId12"/>
                <a:stretch>
                  <a:fillRect l="-678" t="-4061" b="-10660"/>
                </a:stretch>
              </a:blipFill>
            </p:spPr>
            <p:txBody>
              <a:bodyPr/>
              <a:lstStyle/>
              <a:p>
                <a:r>
                  <a:rPr lang="en-US">
                    <a:noFill/>
                  </a:rPr>
                  <a:t> </a:t>
                </a:r>
              </a:p>
            </p:txBody>
          </p:sp>
        </mc:Fallback>
      </mc:AlternateContent>
      <p:sp>
        <p:nvSpPr>
          <p:cNvPr id="1094" name="Google Shape;72;p13">
            <a:extLst>
              <a:ext uri="{FF2B5EF4-FFF2-40B4-BE49-F238E27FC236}">
                <a16:creationId xmlns:a16="http://schemas.microsoft.com/office/drawing/2014/main" id="{62B8E4AA-2780-6E7B-1CB2-CC4BA47D3293}"/>
              </a:ext>
            </a:extLst>
          </p:cNvPr>
          <p:cNvSpPr>
            <a:spLocks/>
          </p:cNvSpPr>
          <p:nvPr/>
        </p:nvSpPr>
        <p:spPr>
          <a:xfrm>
            <a:off x="781090" y="34770677"/>
            <a:ext cx="14236723" cy="4563318"/>
          </a:xfrm>
          <a:prstGeom prst="rect">
            <a:avLst/>
          </a:prstGeom>
          <a:noFill/>
          <a:ln w="76200" cap="flat" cmpd="sng">
            <a:solidFill>
              <a:srgbClr val="D9D9D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300"/>
          </a:p>
        </p:txBody>
      </p:sp>
      <p:sp>
        <p:nvSpPr>
          <p:cNvPr id="1095" name="Google Shape;72;p13">
            <a:extLst>
              <a:ext uri="{FF2B5EF4-FFF2-40B4-BE49-F238E27FC236}">
                <a16:creationId xmlns:a16="http://schemas.microsoft.com/office/drawing/2014/main" id="{6FC16703-B2F1-57E6-404C-DFC2F3BBE276}"/>
              </a:ext>
            </a:extLst>
          </p:cNvPr>
          <p:cNvSpPr>
            <a:spLocks/>
          </p:cNvSpPr>
          <p:nvPr/>
        </p:nvSpPr>
        <p:spPr>
          <a:xfrm>
            <a:off x="745720" y="39520826"/>
            <a:ext cx="28829217" cy="2331926"/>
          </a:xfrm>
          <a:prstGeom prst="rect">
            <a:avLst/>
          </a:prstGeom>
          <a:noFill/>
          <a:ln w="76200" cap="flat" cmpd="sng">
            <a:solidFill>
              <a:srgbClr val="D9D9D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300"/>
          </a:p>
        </p:txBody>
      </p:sp>
      <p:sp>
        <p:nvSpPr>
          <p:cNvPr id="1096" name="Google Shape;73;p13">
            <a:extLst>
              <a:ext uri="{FF2B5EF4-FFF2-40B4-BE49-F238E27FC236}">
                <a16:creationId xmlns:a16="http://schemas.microsoft.com/office/drawing/2014/main" id="{2D480AFB-EF84-D45F-758D-107DD89910BE}"/>
              </a:ext>
            </a:extLst>
          </p:cNvPr>
          <p:cNvSpPr txBox="1">
            <a:spLocks/>
          </p:cNvSpPr>
          <p:nvPr/>
        </p:nvSpPr>
        <p:spPr>
          <a:xfrm>
            <a:off x="3297917" y="34428353"/>
            <a:ext cx="9301042" cy="2989775"/>
          </a:xfrm>
          <a:prstGeom prst="rect">
            <a:avLst/>
          </a:prstGeom>
        </p:spPr>
        <p:txBody>
          <a:bodyPr spcFirstLastPara="1" vert="horz" wrap="square" lIns="464700" tIns="464700" rIns="464700" bIns="464700" rtlCol="0" anchor="t" anchorCtr="0">
            <a:normAutofit/>
          </a:bodyPr>
          <a:lstStyle>
            <a:lvl1pPr marL="0" indent="0" algn="ctr" defTabSz="3027487" rtl="0" eaLnBrk="1" latinLnBrk="0" hangingPunct="1">
              <a:lnSpc>
                <a:spcPct val="90000"/>
              </a:lnSpc>
              <a:spcBef>
                <a:spcPts val="3311"/>
              </a:spcBef>
              <a:buFont typeface="Arial" panose="020B0604020202020204" pitchFamily="34" charset="0"/>
              <a:buNone/>
              <a:defRPr sz="7946" kern="1200">
                <a:solidFill>
                  <a:schemeClr val="tx1"/>
                </a:solidFill>
                <a:latin typeface="+mn-lt"/>
                <a:ea typeface="+mn-ea"/>
                <a:cs typeface="+mn-cs"/>
              </a:defRPr>
            </a:lvl1pPr>
            <a:lvl2pPr marL="1513743" indent="0" algn="ctr" defTabSz="3027487" rtl="0" eaLnBrk="1" latinLnBrk="0" hangingPunct="1">
              <a:lnSpc>
                <a:spcPct val="90000"/>
              </a:lnSpc>
              <a:spcBef>
                <a:spcPts val="1655"/>
              </a:spcBef>
              <a:buFont typeface="Arial" panose="020B0604020202020204" pitchFamily="34" charset="0"/>
              <a:buNone/>
              <a:defRPr sz="6622" kern="1200">
                <a:solidFill>
                  <a:schemeClr val="tx1"/>
                </a:solidFill>
                <a:latin typeface="+mn-lt"/>
                <a:ea typeface="+mn-ea"/>
                <a:cs typeface="+mn-cs"/>
              </a:defRPr>
            </a:lvl2pPr>
            <a:lvl3pPr marL="3027487" indent="0" algn="ctr" defTabSz="3027487" rtl="0" eaLnBrk="1" latinLnBrk="0" hangingPunct="1">
              <a:lnSpc>
                <a:spcPct val="90000"/>
              </a:lnSpc>
              <a:spcBef>
                <a:spcPts val="1655"/>
              </a:spcBef>
              <a:buFont typeface="Arial" panose="020B0604020202020204" pitchFamily="34" charset="0"/>
              <a:buNone/>
              <a:defRPr sz="5960" kern="1200">
                <a:solidFill>
                  <a:schemeClr val="tx1"/>
                </a:solidFill>
                <a:latin typeface="+mn-lt"/>
                <a:ea typeface="+mn-ea"/>
                <a:cs typeface="+mn-cs"/>
              </a:defRPr>
            </a:lvl3pPr>
            <a:lvl4pPr marL="4541230" indent="0" algn="ctr" defTabSz="3027487" rtl="0" eaLnBrk="1" latinLnBrk="0" hangingPunct="1">
              <a:lnSpc>
                <a:spcPct val="90000"/>
              </a:lnSpc>
              <a:spcBef>
                <a:spcPts val="1655"/>
              </a:spcBef>
              <a:buFont typeface="Arial" panose="020B0604020202020204" pitchFamily="34" charset="0"/>
              <a:buNone/>
              <a:defRPr sz="5297" kern="1200">
                <a:solidFill>
                  <a:schemeClr val="tx1"/>
                </a:solidFill>
                <a:latin typeface="+mn-lt"/>
                <a:ea typeface="+mn-ea"/>
                <a:cs typeface="+mn-cs"/>
              </a:defRPr>
            </a:lvl4pPr>
            <a:lvl5pPr marL="6054974" indent="0" algn="ctr" defTabSz="3027487" rtl="0" eaLnBrk="1" latinLnBrk="0" hangingPunct="1">
              <a:lnSpc>
                <a:spcPct val="90000"/>
              </a:lnSpc>
              <a:spcBef>
                <a:spcPts val="1655"/>
              </a:spcBef>
              <a:buFont typeface="Arial" panose="020B0604020202020204" pitchFamily="34" charset="0"/>
              <a:buNone/>
              <a:defRPr sz="5297" kern="1200">
                <a:solidFill>
                  <a:schemeClr val="tx1"/>
                </a:solidFill>
                <a:latin typeface="+mn-lt"/>
                <a:ea typeface="+mn-ea"/>
                <a:cs typeface="+mn-cs"/>
              </a:defRPr>
            </a:lvl5pPr>
            <a:lvl6pPr marL="7568717" indent="0" algn="ctr" defTabSz="3027487" rtl="0" eaLnBrk="1" latinLnBrk="0" hangingPunct="1">
              <a:lnSpc>
                <a:spcPct val="90000"/>
              </a:lnSpc>
              <a:spcBef>
                <a:spcPts val="1655"/>
              </a:spcBef>
              <a:buFont typeface="Arial" panose="020B0604020202020204" pitchFamily="34" charset="0"/>
              <a:buNone/>
              <a:defRPr sz="5297" kern="1200">
                <a:solidFill>
                  <a:schemeClr val="tx1"/>
                </a:solidFill>
                <a:latin typeface="+mn-lt"/>
                <a:ea typeface="+mn-ea"/>
                <a:cs typeface="+mn-cs"/>
              </a:defRPr>
            </a:lvl6pPr>
            <a:lvl7pPr marL="9082461" indent="0" algn="ctr" defTabSz="3027487" rtl="0" eaLnBrk="1" latinLnBrk="0" hangingPunct="1">
              <a:lnSpc>
                <a:spcPct val="90000"/>
              </a:lnSpc>
              <a:spcBef>
                <a:spcPts val="1655"/>
              </a:spcBef>
              <a:buFont typeface="Arial" panose="020B0604020202020204" pitchFamily="34" charset="0"/>
              <a:buNone/>
              <a:defRPr sz="5297" kern="1200">
                <a:solidFill>
                  <a:schemeClr val="tx1"/>
                </a:solidFill>
                <a:latin typeface="+mn-lt"/>
                <a:ea typeface="+mn-ea"/>
                <a:cs typeface="+mn-cs"/>
              </a:defRPr>
            </a:lvl7pPr>
            <a:lvl8pPr marL="10596204" indent="0" algn="ctr" defTabSz="3027487" rtl="0" eaLnBrk="1" latinLnBrk="0" hangingPunct="1">
              <a:lnSpc>
                <a:spcPct val="90000"/>
              </a:lnSpc>
              <a:spcBef>
                <a:spcPts val="1655"/>
              </a:spcBef>
              <a:buFont typeface="Arial" panose="020B0604020202020204" pitchFamily="34" charset="0"/>
              <a:buNone/>
              <a:defRPr sz="5297" kern="1200">
                <a:solidFill>
                  <a:schemeClr val="tx1"/>
                </a:solidFill>
                <a:latin typeface="+mn-lt"/>
                <a:ea typeface="+mn-ea"/>
                <a:cs typeface="+mn-cs"/>
              </a:defRPr>
            </a:lvl8pPr>
            <a:lvl9pPr marL="12109948" indent="0" algn="ctr" defTabSz="3027487" rtl="0" eaLnBrk="1" latinLnBrk="0" hangingPunct="1">
              <a:lnSpc>
                <a:spcPct val="90000"/>
              </a:lnSpc>
              <a:spcBef>
                <a:spcPts val="1655"/>
              </a:spcBef>
              <a:buFont typeface="Arial" panose="020B0604020202020204" pitchFamily="34" charset="0"/>
              <a:buNone/>
              <a:defRPr sz="5297" kern="1200">
                <a:solidFill>
                  <a:schemeClr val="tx1"/>
                </a:solidFill>
                <a:latin typeface="+mn-lt"/>
                <a:ea typeface="+mn-ea"/>
                <a:cs typeface="+mn-cs"/>
              </a:defRPr>
            </a:lvl9pPr>
          </a:lstStyle>
          <a:p>
            <a:pPr>
              <a:spcBef>
                <a:spcPts val="0"/>
              </a:spcBef>
            </a:pPr>
            <a:r>
              <a:rPr lang="en-US" sz="3200" b="1">
                <a:solidFill>
                  <a:srgbClr val="1F4E79"/>
                </a:solidFill>
                <a:latin typeface="Oswald"/>
                <a:ea typeface="Oswald"/>
                <a:cs typeface="Oswald"/>
                <a:sym typeface="Oswald"/>
              </a:rPr>
              <a:t>CONCLUSION</a:t>
            </a:r>
          </a:p>
        </p:txBody>
      </p:sp>
      <p:sp>
        <p:nvSpPr>
          <p:cNvPr id="1105" name="Google Shape;74;p13">
            <a:extLst>
              <a:ext uri="{FF2B5EF4-FFF2-40B4-BE49-F238E27FC236}">
                <a16:creationId xmlns:a16="http://schemas.microsoft.com/office/drawing/2014/main" id="{55EAF8BF-2D25-E510-570B-0E3CA118486C}"/>
              </a:ext>
            </a:extLst>
          </p:cNvPr>
          <p:cNvSpPr txBox="1">
            <a:spLocks/>
          </p:cNvSpPr>
          <p:nvPr/>
        </p:nvSpPr>
        <p:spPr>
          <a:xfrm>
            <a:off x="745720" y="34879201"/>
            <a:ext cx="14319187" cy="3907415"/>
          </a:xfrm>
          <a:prstGeom prst="rect">
            <a:avLst/>
          </a:prstGeom>
          <a:noFill/>
          <a:ln>
            <a:noFill/>
          </a:ln>
        </p:spPr>
        <p:txBody>
          <a:bodyPr spcFirstLastPara="1" wrap="square" lIns="464700" tIns="464700" rIns="464700" bIns="464700" anchor="t" anchorCtr="0">
            <a:noAutofit/>
          </a:bodyPr>
          <a:lstStyle>
            <a:defPPr marR="0" lvl="0" algn="l" rtl="0">
              <a:lnSpc>
                <a:spcPct val="100000"/>
              </a:lnSpc>
              <a:spcBef>
                <a:spcPts val="0"/>
              </a:spcBef>
              <a:spcAft>
                <a:spcPts val="0"/>
              </a:spcAft>
            </a:defPPr>
            <a:lvl1pPr marL="457200" marR="0" lvl="0" indent="-806450" algn="ctr" rtl="0">
              <a:lnSpc>
                <a:spcPct val="100000"/>
              </a:lnSpc>
              <a:spcBef>
                <a:spcPts val="0"/>
              </a:spcBef>
              <a:spcAft>
                <a:spcPts val="0"/>
              </a:spcAft>
              <a:buClr>
                <a:schemeClr val="dk2"/>
              </a:buClr>
              <a:buSzPts val="14400"/>
              <a:buFont typeface="Arial"/>
              <a:buNone/>
              <a:defRPr sz="14400" b="0" i="0" u="none" strike="noStrike" cap="none">
                <a:solidFill>
                  <a:schemeClr val="dk2"/>
                </a:solidFill>
                <a:latin typeface="Arial"/>
                <a:ea typeface="Arial"/>
                <a:cs typeface="Arial"/>
                <a:sym typeface="Arial"/>
              </a:defRPr>
            </a:lvl1pPr>
            <a:lvl2pPr marL="914400" marR="0" lvl="1" indent="-685800" algn="ctr" rtl="0">
              <a:lnSpc>
                <a:spcPct val="100000"/>
              </a:lnSpc>
              <a:spcBef>
                <a:spcPts val="0"/>
              </a:spcBef>
              <a:spcAft>
                <a:spcPts val="0"/>
              </a:spcAft>
              <a:buClr>
                <a:schemeClr val="dk2"/>
              </a:buClr>
              <a:buSzPts val="14400"/>
              <a:buFont typeface="Arial"/>
              <a:buNone/>
              <a:defRPr sz="14400" b="0" i="0" u="none" strike="noStrike" cap="none">
                <a:solidFill>
                  <a:schemeClr val="dk2"/>
                </a:solidFill>
                <a:latin typeface="Arial"/>
                <a:ea typeface="Arial"/>
                <a:cs typeface="Arial"/>
                <a:sym typeface="Arial"/>
              </a:defRPr>
            </a:lvl2pPr>
            <a:lvl3pPr marL="1371600" marR="0" lvl="2" indent="-685800" algn="ctr" rtl="0">
              <a:lnSpc>
                <a:spcPct val="100000"/>
              </a:lnSpc>
              <a:spcBef>
                <a:spcPts val="0"/>
              </a:spcBef>
              <a:spcAft>
                <a:spcPts val="0"/>
              </a:spcAft>
              <a:buClr>
                <a:schemeClr val="dk2"/>
              </a:buClr>
              <a:buSzPts val="14400"/>
              <a:buFont typeface="Arial"/>
              <a:buNone/>
              <a:defRPr sz="14400" b="0" i="0" u="none" strike="noStrike" cap="none">
                <a:solidFill>
                  <a:schemeClr val="dk2"/>
                </a:solidFill>
                <a:latin typeface="Arial"/>
                <a:ea typeface="Arial"/>
                <a:cs typeface="Arial"/>
                <a:sym typeface="Arial"/>
              </a:defRPr>
            </a:lvl3pPr>
            <a:lvl4pPr marL="1828800" marR="0" lvl="3" indent="-685800" algn="ctr" rtl="0">
              <a:lnSpc>
                <a:spcPct val="100000"/>
              </a:lnSpc>
              <a:spcBef>
                <a:spcPts val="0"/>
              </a:spcBef>
              <a:spcAft>
                <a:spcPts val="0"/>
              </a:spcAft>
              <a:buClr>
                <a:schemeClr val="dk2"/>
              </a:buClr>
              <a:buSzPts val="14400"/>
              <a:buFont typeface="Arial"/>
              <a:buNone/>
              <a:defRPr sz="14400" b="0" i="0" u="none" strike="noStrike" cap="none">
                <a:solidFill>
                  <a:schemeClr val="dk2"/>
                </a:solidFill>
                <a:latin typeface="Arial"/>
                <a:ea typeface="Arial"/>
                <a:cs typeface="Arial"/>
                <a:sym typeface="Arial"/>
              </a:defRPr>
            </a:lvl4pPr>
            <a:lvl5pPr marL="2286000" marR="0" lvl="4" indent="-685800" algn="ctr" rtl="0">
              <a:lnSpc>
                <a:spcPct val="100000"/>
              </a:lnSpc>
              <a:spcBef>
                <a:spcPts val="0"/>
              </a:spcBef>
              <a:spcAft>
                <a:spcPts val="0"/>
              </a:spcAft>
              <a:buClr>
                <a:schemeClr val="dk2"/>
              </a:buClr>
              <a:buSzPts val="14400"/>
              <a:buFont typeface="Arial"/>
              <a:buNone/>
              <a:defRPr sz="14400" b="0" i="0" u="none" strike="noStrike" cap="none">
                <a:solidFill>
                  <a:schemeClr val="dk2"/>
                </a:solidFill>
                <a:latin typeface="Arial"/>
                <a:ea typeface="Arial"/>
                <a:cs typeface="Arial"/>
                <a:sym typeface="Arial"/>
              </a:defRPr>
            </a:lvl5pPr>
            <a:lvl6pPr marL="2743200" marR="0" lvl="5" indent="-685800" algn="ctr" rtl="0">
              <a:lnSpc>
                <a:spcPct val="100000"/>
              </a:lnSpc>
              <a:spcBef>
                <a:spcPts val="0"/>
              </a:spcBef>
              <a:spcAft>
                <a:spcPts val="0"/>
              </a:spcAft>
              <a:buClr>
                <a:schemeClr val="dk2"/>
              </a:buClr>
              <a:buSzPts val="14400"/>
              <a:buFont typeface="Arial"/>
              <a:buNone/>
              <a:defRPr sz="14400" b="0" i="0" u="none" strike="noStrike" cap="none">
                <a:solidFill>
                  <a:schemeClr val="dk2"/>
                </a:solidFill>
                <a:latin typeface="Arial"/>
                <a:ea typeface="Arial"/>
                <a:cs typeface="Arial"/>
                <a:sym typeface="Arial"/>
              </a:defRPr>
            </a:lvl6pPr>
            <a:lvl7pPr marL="3200400" marR="0" lvl="6" indent="-685800" algn="ctr" rtl="0">
              <a:lnSpc>
                <a:spcPct val="100000"/>
              </a:lnSpc>
              <a:spcBef>
                <a:spcPts val="0"/>
              </a:spcBef>
              <a:spcAft>
                <a:spcPts val="0"/>
              </a:spcAft>
              <a:buClr>
                <a:schemeClr val="dk2"/>
              </a:buClr>
              <a:buSzPts val="14400"/>
              <a:buFont typeface="Arial"/>
              <a:buNone/>
              <a:defRPr sz="14400" b="0" i="0" u="none" strike="noStrike" cap="none">
                <a:solidFill>
                  <a:schemeClr val="dk2"/>
                </a:solidFill>
                <a:latin typeface="Arial"/>
                <a:ea typeface="Arial"/>
                <a:cs typeface="Arial"/>
                <a:sym typeface="Arial"/>
              </a:defRPr>
            </a:lvl7pPr>
            <a:lvl8pPr marL="3657600" marR="0" lvl="7" indent="-685800" algn="ctr" rtl="0">
              <a:lnSpc>
                <a:spcPct val="100000"/>
              </a:lnSpc>
              <a:spcBef>
                <a:spcPts val="0"/>
              </a:spcBef>
              <a:spcAft>
                <a:spcPts val="0"/>
              </a:spcAft>
              <a:buClr>
                <a:schemeClr val="dk2"/>
              </a:buClr>
              <a:buSzPts val="14400"/>
              <a:buFont typeface="Arial"/>
              <a:buNone/>
              <a:defRPr sz="14400" b="0" i="0" u="none" strike="noStrike" cap="none">
                <a:solidFill>
                  <a:schemeClr val="dk2"/>
                </a:solidFill>
                <a:latin typeface="Arial"/>
                <a:ea typeface="Arial"/>
                <a:cs typeface="Arial"/>
                <a:sym typeface="Arial"/>
              </a:defRPr>
            </a:lvl8pPr>
            <a:lvl9pPr marL="4114800" marR="0" lvl="8" indent="-685800" algn="ctr" rtl="0">
              <a:lnSpc>
                <a:spcPct val="100000"/>
              </a:lnSpc>
              <a:spcBef>
                <a:spcPts val="0"/>
              </a:spcBef>
              <a:spcAft>
                <a:spcPts val="0"/>
              </a:spcAft>
              <a:buClr>
                <a:schemeClr val="dk2"/>
              </a:buClr>
              <a:buSzPts val="14400"/>
              <a:buFont typeface="Arial"/>
              <a:buNone/>
              <a:defRPr sz="14400" b="0" i="0" u="none" strike="noStrike" cap="none">
                <a:solidFill>
                  <a:schemeClr val="dk2"/>
                </a:solidFill>
                <a:latin typeface="Arial"/>
                <a:ea typeface="Arial"/>
                <a:cs typeface="Arial"/>
                <a:sym typeface="Arial"/>
              </a:defRPr>
            </a:lvl9pPr>
          </a:lstStyle>
          <a:p>
            <a:pPr marL="0" indent="0" algn="just">
              <a:buSzPts val="2450"/>
            </a:pPr>
            <a:r>
              <a:rPr lang="en-US" sz="2800">
                <a:solidFill>
                  <a:srgbClr val="000000"/>
                </a:solidFill>
                <a:latin typeface="Times New Roman"/>
                <a:ea typeface="Times New Roman"/>
                <a:cs typeface="Times New Roman"/>
                <a:sym typeface="Times New Roman"/>
              </a:rPr>
              <a:t>This work successfully implemented and verified an advanced, glitch-free clock multiplexer featuring integrated activity sensing and symmetric failover logic. By employing a layered architecture of cross-domain sampling and permission-driven selection, the design eliminates system deadlock during clock failure and ensures safe recovery to the primary source without manual intervention. Experimental benchmarks demonstrate that the proposed GFCM achieves a high operating frequency of 515.46 MHz while maintaining a minimal resource footprint of only 14 ALMs. This balance of high-speed performance and robust signal integrity makes the design an ideal solution for mission-critical, multi-clock SoC and FPGA applications where system uptime is paramount.</a:t>
            </a:r>
            <a:endParaRPr lang="vi-VN" sz="2800">
              <a:solidFill>
                <a:srgbClr val="000000"/>
              </a:solidFill>
              <a:latin typeface="Times New Roman"/>
              <a:ea typeface="Times New Roman"/>
              <a:cs typeface="Times New Roman"/>
              <a:sym typeface="Times New Roman"/>
            </a:endParaRPr>
          </a:p>
        </p:txBody>
      </p:sp>
      <p:sp>
        <p:nvSpPr>
          <p:cNvPr id="1106" name="Google Shape;76;p13">
            <a:extLst>
              <a:ext uri="{FF2B5EF4-FFF2-40B4-BE49-F238E27FC236}">
                <a16:creationId xmlns:a16="http://schemas.microsoft.com/office/drawing/2014/main" id="{BE6B802B-83D9-3EBF-F256-E1707C092E59}"/>
              </a:ext>
            </a:extLst>
          </p:cNvPr>
          <p:cNvSpPr txBox="1">
            <a:spLocks/>
          </p:cNvSpPr>
          <p:nvPr/>
        </p:nvSpPr>
        <p:spPr>
          <a:xfrm>
            <a:off x="6905236" y="39142843"/>
            <a:ext cx="16312560" cy="1395357"/>
          </a:xfrm>
          <a:prstGeom prst="rect">
            <a:avLst/>
          </a:prstGeom>
        </p:spPr>
        <p:txBody>
          <a:bodyPr spcFirstLastPara="1" vert="horz" wrap="square" lIns="464700" tIns="464700" rIns="464700" bIns="464700" rtlCol="0" anchor="t" anchorCtr="0">
            <a:normAutofit/>
          </a:bodyPr>
          <a:lstStyle>
            <a:lvl1pPr marL="0" indent="0" algn="ctr" defTabSz="3027487" rtl="0" eaLnBrk="1" latinLnBrk="0" hangingPunct="1">
              <a:lnSpc>
                <a:spcPct val="90000"/>
              </a:lnSpc>
              <a:spcBef>
                <a:spcPts val="3311"/>
              </a:spcBef>
              <a:buFont typeface="Arial" panose="020B0604020202020204" pitchFamily="34" charset="0"/>
              <a:buNone/>
              <a:defRPr sz="7946" kern="1200">
                <a:solidFill>
                  <a:schemeClr val="tx1"/>
                </a:solidFill>
                <a:latin typeface="+mn-lt"/>
                <a:ea typeface="+mn-ea"/>
                <a:cs typeface="+mn-cs"/>
              </a:defRPr>
            </a:lvl1pPr>
            <a:lvl2pPr marL="1513743" indent="0" algn="ctr" defTabSz="3027487" rtl="0" eaLnBrk="1" latinLnBrk="0" hangingPunct="1">
              <a:lnSpc>
                <a:spcPct val="90000"/>
              </a:lnSpc>
              <a:spcBef>
                <a:spcPts val="1655"/>
              </a:spcBef>
              <a:buFont typeface="Arial" panose="020B0604020202020204" pitchFamily="34" charset="0"/>
              <a:buNone/>
              <a:defRPr sz="6622" kern="1200">
                <a:solidFill>
                  <a:schemeClr val="tx1"/>
                </a:solidFill>
                <a:latin typeface="+mn-lt"/>
                <a:ea typeface="+mn-ea"/>
                <a:cs typeface="+mn-cs"/>
              </a:defRPr>
            </a:lvl2pPr>
            <a:lvl3pPr marL="3027487" indent="0" algn="ctr" defTabSz="3027487" rtl="0" eaLnBrk="1" latinLnBrk="0" hangingPunct="1">
              <a:lnSpc>
                <a:spcPct val="90000"/>
              </a:lnSpc>
              <a:spcBef>
                <a:spcPts val="1655"/>
              </a:spcBef>
              <a:buFont typeface="Arial" panose="020B0604020202020204" pitchFamily="34" charset="0"/>
              <a:buNone/>
              <a:defRPr sz="5960" kern="1200">
                <a:solidFill>
                  <a:schemeClr val="tx1"/>
                </a:solidFill>
                <a:latin typeface="+mn-lt"/>
                <a:ea typeface="+mn-ea"/>
                <a:cs typeface="+mn-cs"/>
              </a:defRPr>
            </a:lvl3pPr>
            <a:lvl4pPr marL="4541230" indent="0" algn="ctr" defTabSz="3027487" rtl="0" eaLnBrk="1" latinLnBrk="0" hangingPunct="1">
              <a:lnSpc>
                <a:spcPct val="90000"/>
              </a:lnSpc>
              <a:spcBef>
                <a:spcPts val="1655"/>
              </a:spcBef>
              <a:buFont typeface="Arial" panose="020B0604020202020204" pitchFamily="34" charset="0"/>
              <a:buNone/>
              <a:defRPr sz="5297" kern="1200">
                <a:solidFill>
                  <a:schemeClr val="tx1"/>
                </a:solidFill>
                <a:latin typeface="+mn-lt"/>
                <a:ea typeface="+mn-ea"/>
                <a:cs typeface="+mn-cs"/>
              </a:defRPr>
            </a:lvl4pPr>
            <a:lvl5pPr marL="6054974" indent="0" algn="ctr" defTabSz="3027487" rtl="0" eaLnBrk="1" latinLnBrk="0" hangingPunct="1">
              <a:lnSpc>
                <a:spcPct val="90000"/>
              </a:lnSpc>
              <a:spcBef>
                <a:spcPts val="1655"/>
              </a:spcBef>
              <a:buFont typeface="Arial" panose="020B0604020202020204" pitchFamily="34" charset="0"/>
              <a:buNone/>
              <a:defRPr sz="5297" kern="1200">
                <a:solidFill>
                  <a:schemeClr val="tx1"/>
                </a:solidFill>
                <a:latin typeface="+mn-lt"/>
                <a:ea typeface="+mn-ea"/>
                <a:cs typeface="+mn-cs"/>
              </a:defRPr>
            </a:lvl5pPr>
            <a:lvl6pPr marL="7568717" indent="0" algn="ctr" defTabSz="3027487" rtl="0" eaLnBrk="1" latinLnBrk="0" hangingPunct="1">
              <a:lnSpc>
                <a:spcPct val="90000"/>
              </a:lnSpc>
              <a:spcBef>
                <a:spcPts val="1655"/>
              </a:spcBef>
              <a:buFont typeface="Arial" panose="020B0604020202020204" pitchFamily="34" charset="0"/>
              <a:buNone/>
              <a:defRPr sz="5297" kern="1200">
                <a:solidFill>
                  <a:schemeClr val="tx1"/>
                </a:solidFill>
                <a:latin typeface="+mn-lt"/>
                <a:ea typeface="+mn-ea"/>
                <a:cs typeface="+mn-cs"/>
              </a:defRPr>
            </a:lvl6pPr>
            <a:lvl7pPr marL="9082461" indent="0" algn="ctr" defTabSz="3027487" rtl="0" eaLnBrk="1" latinLnBrk="0" hangingPunct="1">
              <a:lnSpc>
                <a:spcPct val="90000"/>
              </a:lnSpc>
              <a:spcBef>
                <a:spcPts val="1655"/>
              </a:spcBef>
              <a:buFont typeface="Arial" panose="020B0604020202020204" pitchFamily="34" charset="0"/>
              <a:buNone/>
              <a:defRPr sz="5297" kern="1200">
                <a:solidFill>
                  <a:schemeClr val="tx1"/>
                </a:solidFill>
                <a:latin typeface="+mn-lt"/>
                <a:ea typeface="+mn-ea"/>
                <a:cs typeface="+mn-cs"/>
              </a:defRPr>
            </a:lvl7pPr>
            <a:lvl8pPr marL="10596204" indent="0" algn="ctr" defTabSz="3027487" rtl="0" eaLnBrk="1" latinLnBrk="0" hangingPunct="1">
              <a:lnSpc>
                <a:spcPct val="90000"/>
              </a:lnSpc>
              <a:spcBef>
                <a:spcPts val="1655"/>
              </a:spcBef>
              <a:buFont typeface="Arial" panose="020B0604020202020204" pitchFamily="34" charset="0"/>
              <a:buNone/>
              <a:defRPr sz="5297" kern="1200">
                <a:solidFill>
                  <a:schemeClr val="tx1"/>
                </a:solidFill>
                <a:latin typeface="+mn-lt"/>
                <a:ea typeface="+mn-ea"/>
                <a:cs typeface="+mn-cs"/>
              </a:defRPr>
            </a:lvl8pPr>
            <a:lvl9pPr marL="12109948" indent="0" algn="ctr" defTabSz="3027487" rtl="0" eaLnBrk="1" latinLnBrk="0" hangingPunct="1">
              <a:lnSpc>
                <a:spcPct val="90000"/>
              </a:lnSpc>
              <a:spcBef>
                <a:spcPts val="1655"/>
              </a:spcBef>
              <a:buFont typeface="Arial" panose="020B0604020202020204" pitchFamily="34" charset="0"/>
              <a:buNone/>
              <a:defRPr sz="5297" kern="1200">
                <a:solidFill>
                  <a:schemeClr val="tx1"/>
                </a:solidFill>
                <a:latin typeface="+mn-lt"/>
                <a:ea typeface="+mn-ea"/>
                <a:cs typeface="+mn-cs"/>
              </a:defRPr>
            </a:lvl9pPr>
          </a:lstStyle>
          <a:p>
            <a:pPr>
              <a:spcBef>
                <a:spcPts val="0"/>
              </a:spcBef>
            </a:pPr>
            <a:r>
              <a:rPr lang="en-US" sz="3200" b="1">
                <a:solidFill>
                  <a:srgbClr val="1F4E79"/>
                </a:solidFill>
                <a:latin typeface="Oswald"/>
                <a:ea typeface="Oswald"/>
                <a:cs typeface="Oswald"/>
                <a:sym typeface="Oswald"/>
              </a:rPr>
              <a:t>REFERENCES</a:t>
            </a:r>
          </a:p>
        </p:txBody>
      </p:sp>
      <p:sp>
        <p:nvSpPr>
          <p:cNvPr id="1107" name="Google Shape;77;p13">
            <a:extLst>
              <a:ext uri="{FF2B5EF4-FFF2-40B4-BE49-F238E27FC236}">
                <a16:creationId xmlns:a16="http://schemas.microsoft.com/office/drawing/2014/main" id="{0EC5C8D9-FB11-001D-76F7-8C6FDFECE2D3}"/>
              </a:ext>
            </a:extLst>
          </p:cNvPr>
          <p:cNvSpPr txBox="1">
            <a:spLocks/>
          </p:cNvSpPr>
          <p:nvPr/>
        </p:nvSpPr>
        <p:spPr>
          <a:xfrm>
            <a:off x="515815" y="39475950"/>
            <a:ext cx="29059122" cy="1687468"/>
          </a:xfrm>
          <a:prstGeom prst="rect">
            <a:avLst/>
          </a:prstGeom>
          <a:noFill/>
          <a:ln>
            <a:noFill/>
          </a:ln>
        </p:spPr>
        <p:txBody>
          <a:bodyPr spcFirstLastPara="1" wrap="square" lIns="464700" tIns="464700" rIns="464700" bIns="464700" anchor="t" anchorCtr="0">
            <a:noAutofit/>
          </a:bodyPr>
          <a:lstStyle>
            <a:defPPr marR="0" lvl="0" algn="l" rtl="0">
              <a:lnSpc>
                <a:spcPct val="100000"/>
              </a:lnSpc>
              <a:spcBef>
                <a:spcPts val="0"/>
              </a:spcBef>
              <a:spcAft>
                <a:spcPts val="0"/>
              </a:spcAft>
            </a:defPPr>
            <a:lvl1pPr marL="457200" marR="0" lvl="0" indent="-806450" algn="ctr" rtl="0">
              <a:lnSpc>
                <a:spcPct val="100000"/>
              </a:lnSpc>
              <a:spcBef>
                <a:spcPts val="0"/>
              </a:spcBef>
              <a:spcAft>
                <a:spcPts val="0"/>
              </a:spcAft>
              <a:buClr>
                <a:schemeClr val="dk2"/>
              </a:buClr>
              <a:buSzPts val="14400"/>
              <a:buFont typeface="Arial"/>
              <a:buNone/>
              <a:defRPr sz="14400" b="0" i="0" u="none" strike="noStrike" cap="none">
                <a:solidFill>
                  <a:schemeClr val="dk2"/>
                </a:solidFill>
                <a:latin typeface="Arial"/>
                <a:ea typeface="Arial"/>
                <a:cs typeface="Arial"/>
                <a:sym typeface="Arial"/>
              </a:defRPr>
            </a:lvl1pPr>
            <a:lvl2pPr marL="914400" marR="0" lvl="1" indent="-685800" algn="ctr" rtl="0">
              <a:lnSpc>
                <a:spcPct val="100000"/>
              </a:lnSpc>
              <a:spcBef>
                <a:spcPts val="0"/>
              </a:spcBef>
              <a:spcAft>
                <a:spcPts val="0"/>
              </a:spcAft>
              <a:buClr>
                <a:schemeClr val="dk2"/>
              </a:buClr>
              <a:buSzPts val="14400"/>
              <a:buFont typeface="Arial"/>
              <a:buNone/>
              <a:defRPr sz="14400" b="0" i="0" u="none" strike="noStrike" cap="none">
                <a:solidFill>
                  <a:schemeClr val="dk2"/>
                </a:solidFill>
                <a:latin typeface="Arial"/>
                <a:ea typeface="Arial"/>
                <a:cs typeface="Arial"/>
                <a:sym typeface="Arial"/>
              </a:defRPr>
            </a:lvl2pPr>
            <a:lvl3pPr marL="1371600" marR="0" lvl="2" indent="-685800" algn="ctr" rtl="0">
              <a:lnSpc>
                <a:spcPct val="100000"/>
              </a:lnSpc>
              <a:spcBef>
                <a:spcPts val="0"/>
              </a:spcBef>
              <a:spcAft>
                <a:spcPts val="0"/>
              </a:spcAft>
              <a:buClr>
                <a:schemeClr val="dk2"/>
              </a:buClr>
              <a:buSzPts val="14400"/>
              <a:buFont typeface="Arial"/>
              <a:buNone/>
              <a:defRPr sz="14400" b="0" i="0" u="none" strike="noStrike" cap="none">
                <a:solidFill>
                  <a:schemeClr val="dk2"/>
                </a:solidFill>
                <a:latin typeface="Arial"/>
                <a:ea typeface="Arial"/>
                <a:cs typeface="Arial"/>
                <a:sym typeface="Arial"/>
              </a:defRPr>
            </a:lvl3pPr>
            <a:lvl4pPr marL="1828800" marR="0" lvl="3" indent="-685800" algn="ctr" rtl="0">
              <a:lnSpc>
                <a:spcPct val="100000"/>
              </a:lnSpc>
              <a:spcBef>
                <a:spcPts val="0"/>
              </a:spcBef>
              <a:spcAft>
                <a:spcPts val="0"/>
              </a:spcAft>
              <a:buClr>
                <a:schemeClr val="dk2"/>
              </a:buClr>
              <a:buSzPts val="14400"/>
              <a:buFont typeface="Arial"/>
              <a:buNone/>
              <a:defRPr sz="14400" b="0" i="0" u="none" strike="noStrike" cap="none">
                <a:solidFill>
                  <a:schemeClr val="dk2"/>
                </a:solidFill>
                <a:latin typeface="Arial"/>
                <a:ea typeface="Arial"/>
                <a:cs typeface="Arial"/>
                <a:sym typeface="Arial"/>
              </a:defRPr>
            </a:lvl4pPr>
            <a:lvl5pPr marL="2286000" marR="0" lvl="4" indent="-685800" algn="ctr" rtl="0">
              <a:lnSpc>
                <a:spcPct val="100000"/>
              </a:lnSpc>
              <a:spcBef>
                <a:spcPts val="0"/>
              </a:spcBef>
              <a:spcAft>
                <a:spcPts val="0"/>
              </a:spcAft>
              <a:buClr>
                <a:schemeClr val="dk2"/>
              </a:buClr>
              <a:buSzPts val="14400"/>
              <a:buFont typeface="Arial"/>
              <a:buNone/>
              <a:defRPr sz="14400" b="0" i="0" u="none" strike="noStrike" cap="none">
                <a:solidFill>
                  <a:schemeClr val="dk2"/>
                </a:solidFill>
                <a:latin typeface="Arial"/>
                <a:ea typeface="Arial"/>
                <a:cs typeface="Arial"/>
                <a:sym typeface="Arial"/>
              </a:defRPr>
            </a:lvl5pPr>
            <a:lvl6pPr marL="2743200" marR="0" lvl="5" indent="-685800" algn="ctr" rtl="0">
              <a:lnSpc>
                <a:spcPct val="100000"/>
              </a:lnSpc>
              <a:spcBef>
                <a:spcPts val="0"/>
              </a:spcBef>
              <a:spcAft>
                <a:spcPts val="0"/>
              </a:spcAft>
              <a:buClr>
                <a:schemeClr val="dk2"/>
              </a:buClr>
              <a:buSzPts val="14400"/>
              <a:buFont typeface="Arial"/>
              <a:buNone/>
              <a:defRPr sz="14400" b="0" i="0" u="none" strike="noStrike" cap="none">
                <a:solidFill>
                  <a:schemeClr val="dk2"/>
                </a:solidFill>
                <a:latin typeface="Arial"/>
                <a:ea typeface="Arial"/>
                <a:cs typeface="Arial"/>
                <a:sym typeface="Arial"/>
              </a:defRPr>
            </a:lvl6pPr>
            <a:lvl7pPr marL="3200400" marR="0" lvl="6" indent="-685800" algn="ctr" rtl="0">
              <a:lnSpc>
                <a:spcPct val="100000"/>
              </a:lnSpc>
              <a:spcBef>
                <a:spcPts val="0"/>
              </a:spcBef>
              <a:spcAft>
                <a:spcPts val="0"/>
              </a:spcAft>
              <a:buClr>
                <a:schemeClr val="dk2"/>
              </a:buClr>
              <a:buSzPts val="14400"/>
              <a:buFont typeface="Arial"/>
              <a:buNone/>
              <a:defRPr sz="14400" b="0" i="0" u="none" strike="noStrike" cap="none">
                <a:solidFill>
                  <a:schemeClr val="dk2"/>
                </a:solidFill>
                <a:latin typeface="Arial"/>
                <a:ea typeface="Arial"/>
                <a:cs typeface="Arial"/>
                <a:sym typeface="Arial"/>
              </a:defRPr>
            </a:lvl7pPr>
            <a:lvl8pPr marL="3657600" marR="0" lvl="7" indent="-685800" algn="ctr" rtl="0">
              <a:lnSpc>
                <a:spcPct val="100000"/>
              </a:lnSpc>
              <a:spcBef>
                <a:spcPts val="0"/>
              </a:spcBef>
              <a:spcAft>
                <a:spcPts val="0"/>
              </a:spcAft>
              <a:buClr>
                <a:schemeClr val="dk2"/>
              </a:buClr>
              <a:buSzPts val="14400"/>
              <a:buFont typeface="Arial"/>
              <a:buNone/>
              <a:defRPr sz="14400" b="0" i="0" u="none" strike="noStrike" cap="none">
                <a:solidFill>
                  <a:schemeClr val="dk2"/>
                </a:solidFill>
                <a:latin typeface="Arial"/>
                <a:ea typeface="Arial"/>
                <a:cs typeface="Arial"/>
                <a:sym typeface="Arial"/>
              </a:defRPr>
            </a:lvl8pPr>
            <a:lvl9pPr marL="4114800" marR="0" lvl="8" indent="-685800" algn="ctr" rtl="0">
              <a:lnSpc>
                <a:spcPct val="100000"/>
              </a:lnSpc>
              <a:spcBef>
                <a:spcPts val="0"/>
              </a:spcBef>
              <a:spcAft>
                <a:spcPts val="0"/>
              </a:spcAft>
              <a:buClr>
                <a:schemeClr val="dk2"/>
              </a:buClr>
              <a:buSzPts val="14400"/>
              <a:buFont typeface="Arial"/>
              <a:buNone/>
              <a:defRPr sz="14400" b="0" i="0" u="none" strike="noStrike" cap="none">
                <a:solidFill>
                  <a:schemeClr val="dk2"/>
                </a:solidFill>
                <a:latin typeface="Arial"/>
                <a:ea typeface="Arial"/>
                <a:cs typeface="Arial"/>
                <a:sym typeface="Arial"/>
              </a:defRPr>
            </a:lvl9pPr>
          </a:lstStyle>
          <a:p>
            <a:pPr marL="0" indent="0" algn="just">
              <a:buSzPts val="2450"/>
              <a:tabLst>
                <a:tab pos="538163" algn="l"/>
              </a:tabLst>
            </a:pPr>
            <a:r>
              <a:rPr lang="en-US" sz="2400">
                <a:solidFill>
                  <a:srgbClr val="000000"/>
                </a:solidFill>
                <a:latin typeface="Times New Roman"/>
                <a:ea typeface="Times New Roman"/>
                <a:cs typeface="Times New Roman"/>
                <a:sym typeface="Times New Roman"/>
              </a:rPr>
              <a:t>[1]	S. Zeidler, O. Schrape, A. Breitenreiter, and M. Krsti´c, “A glitch-freeclock multiplexer for non-continuously running clocks,” in 2020 23rdEuromicro Conference on Digital System Design (DSD), 2020, pp. 11–15.</a:t>
            </a:r>
          </a:p>
          <a:p>
            <a:pPr marL="0" indent="0" algn="just">
              <a:buSzPts val="2450"/>
              <a:tabLst>
                <a:tab pos="538163" algn="l"/>
              </a:tabLst>
            </a:pPr>
            <a:r>
              <a:rPr lang="en-US" sz="2400">
                <a:solidFill>
                  <a:srgbClr val="000000"/>
                </a:solidFill>
                <a:latin typeface="Times New Roman"/>
                <a:ea typeface="Times New Roman"/>
                <a:cs typeface="Times New Roman"/>
                <a:sym typeface="Times New Roman"/>
              </a:rPr>
              <a:t>[2]	R. Ginosar, “Fourteen ways to fool your synchronizer,” in Ninth In-ternational Symposium on Asynchronous Circuits and Systems, 2003.Proceedings., 2003, pp. 89–96.</a:t>
            </a:r>
          </a:p>
          <a:p>
            <a:pPr marL="0" indent="0" algn="just">
              <a:buSzPts val="2450"/>
              <a:tabLst>
                <a:tab pos="538163" algn="l"/>
              </a:tabLst>
            </a:pPr>
            <a:r>
              <a:rPr lang="en-US" sz="2400">
                <a:solidFill>
                  <a:srgbClr val="000000"/>
                </a:solidFill>
                <a:latin typeface="Times New Roman"/>
                <a:ea typeface="Times New Roman"/>
                <a:cs typeface="Times New Roman"/>
                <a:sym typeface="Times New Roman"/>
              </a:rPr>
              <a:t>[3]	D. Harris and S. Harris, Digital Design and Computer Architecture.Morgan Kaufmann, 2012.</a:t>
            </a:r>
          </a:p>
          <a:p>
            <a:pPr marL="0" indent="0" algn="just">
              <a:buSzPts val="2450"/>
              <a:tabLst>
                <a:tab pos="538163" algn="l"/>
              </a:tabLst>
            </a:pPr>
            <a:r>
              <a:rPr lang="en-US" sz="2400">
                <a:solidFill>
                  <a:srgbClr val="000000"/>
                </a:solidFill>
                <a:latin typeface="Times New Roman"/>
                <a:ea typeface="Times New Roman"/>
                <a:cs typeface="Times New Roman"/>
                <a:sym typeface="Times New Roman"/>
              </a:rPr>
              <a:t>[4]	T. V. Le and N. Van Dinh, “Glitch-free clock multiplexer usingreference-clock missing-pulse detection and safe-off recovery for SoCapplications,” in 2025 International Conference on Engineering andEmerging Technologies (ICEET), 2025, pp. 1–6.</a:t>
            </a:r>
          </a:p>
        </p:txBody>
      </p:sp>
      <p:pic>
        <p:nvPicPr>
          <p:cNvPr id="26" name="Picture 25">
            <a:extLst>
              <a:ext uri="{FF2B5EF4-FFF2-40B4-BE49-F238E27FC236}">
                <a16:creationId xmlns:a16="http://schemas.microsoft.com/office/drawing/2014/main" id="{AF2B7A50-364F-536B-C4E7-90800556D01B}"/>
              </a:ext>
            </a:extLst>
          </p:cNvPr>
          <p:cNvPicPr>
            <a:picLocks noChangeAspect="1"/>
          </p:cNvPicPr>
          <p:nvPr/>
        </p:nvPicPr>
        <p:blipFill>
          <a:blip r:embed="rId13"/>
          <a:stretch>
            <a:fillRect/>
          </a:stretch>
        </p:blipFill>
        <p:spPr>
          <a:xfrm>
            <a:off x="16517152" y="31050840"/>
            <a:ext cx="12238885" cy="2291360"/>
          </a:xfrm>
          <a:prstGeom prst="rect">
            <a:avLst/>
          </a:prstGeom>
        </p:spPr>
      </p:pic>
      <p:pic>
        <p:nvPicPr>
          <p:cNvPr id="9" name="Picture 8">
            <a:extLst>
              <a:ext uri="{FF2B5EF4-FFF2-40B4-BE49-F238E27FC236}">
                <a16:creationId xmlns:a16="http://schemas.microsoft.com/office/drawing/2014/main" id="{B3BB04AD-DA70-4903-F47F-160A31B2449F}"/>
              </a:ext>
            </a:extLst>
          </p:cNvPr>
          <p:cNvPicPr>
            <a:picLocks noChangeAspect="1"/>
          </p:cNvPicPr>
          <p:nvPr/>
        </p:nvPicPr>
        <p:blipFill>
          <a:blip r:embed="rId14"/>
          <a:stretch>
            <a:fillRect/>
          </a:stretch>
        </p:blipFill>
        <p:spPr>
          <a:xfrm>
            <a:off x="16946016" y="35250814"/>
            <a:ext cx="11381155" cy="2924180"/>
          </a:xfrm>
          <a:prstGeom prst="rect">
            <a:avLst/>
          </a:prstGeom>
        </p:spPr>
      </p:pic>
      <p:cxnSp>
        <p:nvCxnSpPr>
          <p:cNvPr id="1098" name="Straight Connector 1097">
            <a:extLst>
              <a:ext uri="{FF2B5EF4-FFF2-40B4-BE49-F238E27FC236}">
                <a16:creationId xmlns:a16="http://schemas.microsoft.com/office/drawing/2014/main" id="{0ED527B7-4194-E574-E458-96BB4040C0D1}"/>
              </a:ext>
            </a:extLst>
          </p:cNvPr>
          <p:cNvCxnSpPr>
            <a:cxnSpLocks/>
          </p:cNvCxnSpPr>
          <p:nvPr/>
        </p:nvCxnSpPr>
        <p:spPr>
          <a:xfrm>
            <a:off x="15198090" y="34591931"/>
            <a:ext cx="14338341" cy="0"/>
          </a:xfrm>
          <a:prstGeom prst="line">
            <a:avLst/>
          </a:prstGeom>
          <a:ln w="57150">
            <a:solidFill>
              <a:schemeClr val="bg1">
                <a:lumMod val="65000"/>
              </a:schemeClr>
            </a:solidFill>
            <a:prstDash val="sysDash"/>
          </a:ln>
        </p:spPr>
        <p:style>
          <a:lnRef idx="1">
            <a:schemeClr val="dk1"/>
          </a:lnRef>
          <a:fillRef idx="0">
            <a:schemeClr val="dk1"/>
          </a:fillRef>
          <a:effectRef idx="0">
            <a:schemeClr val="dk1"/>
          </a:effectRef>
          <a:fontRef idx="minor">
            <a:schemeClr val="tx1"/>
          </a:fontRef>
        </p:style>
      </p:cxnSp>
      <p:sp>
        <p:nvSpPr>
          <p:cNvPr id="1099" name="TextBox 1098">
            <a:extLst>
              <a:ext uri="{FF2B5EF4-FFF2-40B4-BE49-F238E27FC236}">
                <a16:creationId xmlns:a16="http://schemas.microsoft.com/office/drawing/2014/main" id="{99AA41F7-E79F-D92C-D92F-A363EBEE6CD4}"/>
              </a:ext>
            </a:extLst>
          </p:cNvPr>
          <p:cNvSpPr txBox="1">
            <a:spLocks/>
          </p:cNvSpPr>
          <p:nvPr/>
        </p:nvSpPr>
        <p:spPr>
          <a:xfrm>
            <a:off x="19586047" y="34727594"/>
            <a:ext cx="6101094" cy="523220"/>
          </a:xfrm>
          <a:prstGeom prst="rect">
            <a:avLst/>
          </a:prstGeom>
          <a:noFill/>
        </p:spPr>
        <p:txBody>
          <a:bodyPr wrap="none" rtlCol="0">
            <a:spAutoFit/>
          </a:bodyPr>
          <a:lstStyle/>
          <a:p>
            <a:r>
              <a:rPr lang="en-US" sz="2800" b="1" i="1">
                <a:latin typeface="Times New Roman" panose="02020603050405020304" pitchFamily="18" charset="0"/>
                <a:cs typeface="Times New Roman" panose="02020603050405020304" pitchFamily="18" charset="0"/>
              </a:rPr>
              <a:t>C. Academic Validation and Publication</a:t>
            </a:r>
            <a:endParaRPr lang="vi-VN" sz="2800" b="1" i="1">
              <a:latin typeface="Times New Roman" panose="02020603050405020304" pitchFamily="18" charset="0"/>
              <a:cs typeface="Times New Roman" panose="02020603050405020304" pitchFamily="18" charset="0"/>
            </a:endParaRPr>
          </a:p>
        </p:txBody>
      </p:sp>
      <p:sp>
        <p:nvSpPr>
          <p:cNvPr id="1101" name="TextBox 1100">
            <a:extLst>
              <a:ext uri="{FF2B5EF4-FFF2-40B4-BE49-F238E27FC236}">
                <a16:creationId xmlns:a16="http://schemas.microsoft.com/office/drawing/2014/main" id="{DB2DC2BF-4DA3-FA4B-B6AB-977152E0885B}"/>
              </a:ext>
            </a:extLst>
          </p:cNvPr>
          <p:cNvSpPr txBox="1">
            <a:spLocks/>
          </p:cNvSpPr>
          <p:nvPr/>
        </p:nvSpPr>
        <p:spPr>
          <a:xfrm>
            <a:off x="15033956" y="38227657"/>
            <a:ext cx="14669342" cy="954107"/>
          </a:xfrm>
          <a:prstGeom prst="rect">
            <a:avLst/>
          </a:prstGeom>
          <a:noFill/>
        </p:spPr>
        <p:txBody>
          <a:bodyPr wrap="square" rtlCol="0">
            <a:spAutoFit/>
          </a:bodyPr>
          <a:lstStyle/>
          <a:p>
            <a:pPr algn="ctr"/>
            <a:r>
              <a:rPr lang="en-US" sz="2800">
                <a:latin typeface="Times New Roman" panose="02020603050405020304" pitchFamily="18" charset="0"/>
                <a:cs typeface="Times New Roman" panose="02020603050405020304" pitchFamily="18" charset="0"/>
              </a:rPr>
              <a:t>Fig. 7. This work has been written as a full scientific paper and submitted to the 2nd IEEE International Conference on Information, Implementation and Innovation in Technology 2026 </a:t>
            </a:r>
            <a:endParaRPr lang="vi-VN" sz="2800">
              <a:latin typeface="Times New Roman" panose="02020603050405020304" pitchFamily="18" charset="0"/>
              <a:cs typeface="Times New Roman" panose="02020603050405020304" pitchFamily="18" charset="0"/>
            </a:endParaRPr>
          </a:p>
        </p:txBody>
      </p:sp>
      <p:cxnSp>
        <p:nvCxnSpPr>
          <p:cNvPr id="1031" name="Straight Connector 1030">
            <a:extLst>
              <a:ext uri="{FF2B5EF4-FFF2-40B4-BE49-F238E27FC236}">
                <a16:creationId xmlns:a16="http://schemas.microsoft.com/office/drawing/2014/main" id="{A863A5B1-E09E-F493-B58D-9CFE5A7C61E2}"/>
              </a:ext>
            </a:extLst>
          </p:cNvPr>
          <p:cNvCxnSpPr>
            <a:cxnSpLocks/>
          </p:cNvCxnSpPr>
          <p:nvPr/>
        </p:nvCxnSpPr>
        <p:spPr>
          <a:xfrm>
            <a:off x="736431" y="29383444"/>
            <a:ext cx="0" cy="5252256"/>
          </a:xfrm>
          <a:prstGeom prst="line">
            <a:avLst/>
          </a:prstGeom>
          <a:ln w="762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cxnSp>
        <p:nvCxnSpPr>
          <p:cNvPr id="1054" name="Straight Connector 1053">
            <a:extLst>
              <a:ext uri="{FF2B5EF4-FFF2-40B4-BE49-F238E27FC236}">
                <a16:creationId xmlns:a16="http://schemas.microsoft.com/office/drawing/2014/main" id="{57D42571-84B8-B54A-394E-B14EAE0349CB}"/>
              </a:ext>
            </a:extLst>
          </p:cNvPr>
          <p:cNvCxnSpPr>
            <a:cxnSpLocks/>
          </p:cNvCxnSpPr>
          <p:nvPr/>
        </p:nvCxnSpPr>
        <p:spPr>
          <a:xfrm>
            <a:off x="700275" y="29383444"/>
            <a:ext cx="28874663" cy="0"/>
          </a:xfrm>
          <a:prstGeom prst="line">
            <a:avLst/>
          </a:prstGeom>
          <a:ln w="762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cxnSp>
        <p:nvCxnSpPr>
          <p:cNvPr id="1065" name="Straight Connector 1064">
            <a:extLst>
              <a:ext uri="{FF2B5EF4-FFF2-40B4-BE49-F238E27FC236}">
                <a16:creationId xmlns:a16="http://schemas.microsoft.com/office/drawing/2014/main" id="{9F98A686-B926-4C2B-F0D6-02DE6841757B}"/>
              </a:ext>
            </a:extLst>
          </p:cNvPr>
          <p:cNvCxnSpPr>
            <a:cxnSpLocks/>
          </p:cNvCxnSpPr>
          <p:nvPr/>
        </p:nvCxnSpPr>
        <p:spPr>
          <a:xfrm>
            <a:off x="29545719" y="29359239"/>
            <a:ext cx="0" cy="5252256"/>
          </a:xfrm>
          <a:prstGeom prst="line">
            <a:avLst/>
          </a:prstGeom>
          <a:ln w="762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cxnSp>
        <p:nvCxnSpPr>
          <p:cNvPr id="1071" name="Straight Connector 1070">
            <a:extLst>
              <a:ext uri="{FF2B5EF4-FFF2-40B4-BE49-F238E27FC236}">
                <a16:creationId xmlns:a16="http://schemas.microsoft.com/office/drawing/2014/main" id="{36FF5281-B044-DD6D-2C8A-AE03C6D30657}"/>
              </a:ext>
            </a:extLst>
          </p:cNvPr>
          <p:cNvCxnSpPr>
            <a:cxnSpLocks/>
          </p:cNvCxnSpPr>
          <p:nvPr/>
        </p:nvCxnSpPr>
        <p:spPr>
          <a:xfrm>
            <a:off x="700275" y="34588324"/>
            <a:ext cx="14460170" cy="10747"/>
          </a:xfrm>
          <a:prstGeom prst="line">
            <a:avLst/>
          </a:prstGeom>
          <a:ln w="762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1122" name="Group 1121">
            <a:extLst>
              <a:ext uri="{FF2B5EF4-FFF2-40B4-BE49-F238E27FC236}">
                <a16:creationId xmlns:a16="http://schemas.microsoft.com/office/drawing/2014/main" id="{6F689CB5-0AF5-013F-4DC3-BE011E6A2854}"/>
              </a:ext>
            </a:extLst>
          </p:cNvPr>
          <p:cNvGrpSpPr/>
          <p:nvPr/>
        </p:nvGrpSpPr>
        <p:grpSpPr>
          <a:xfrm>
            <a:off x="15137331" y="34560149"/>
            <a:ext cx="14423114" cy="4824784"/>
            <a:chOff x="15137331" y="34974792"/>
            <a:chExt cx="14423114" cy="3536688"/>
          </a:xfrm>
        </p:grpSpPr>
        <p:cxnSp>
          <p:nvCxnSpPr>
            <p:cNvPr id="27" name="Straight Connector 26">
              <a:extLst>
                <a:ext uri="{FF2B5EF4-FFF2-40B4-BE49-F238E27FC236}">
                  <a16:creationId xmlns:a16="http://schemas.microsoft.com/office/drawing/2014/main" id="{0F312E3F-C920-0A84-47F0-B187C0354F51}"/>
                </a:ext>
              </a:extLst>
            </p:cNvPr>
            <p:cNvCxnSpPr>
              <a:cxnSpLocks/>
            </p:cNvCxnSpPr>
            <p:nvPr/>
          </p:nvCxnSpPr>
          <p:spPr>
            <a:xfrm>
              <a:off x="15137331" y="38474572"/>
              <a:ext cx="14423114" cy="0"/>
            </a:xfrm>
            <a:prstGeom prst="line">
              <a:avLst/>
            </a:prstGeom>
            <a:ln w="762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5F9944C6-C5D8-3A2E-3F5D-06C06E384930}"/>
                </a:ext>
              </a:extLst>
            </p:cNvPr>
            <p:cNvCxnSpPr>
              <a:cxnSpLocks/>
            </p:cNvCxnSpPr>
            <p:nvPr/>
          </p:nvCxnSpPr>
          <p:spPr>
            <a:xfrm>
              <a:off x="15160445" y="34974792"/>
              <a:ext cx="0" cy="3536688"/>
            </a:xfrm>
            <a:prstGeom prst="line">
              <a:avLst/>
            </a:prstGeom>
            <a:ln w="762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cxnSp>
          <p:nvCxnSpPr>
            <p:cNvPr id="1102" name="Straight Connector 1101">
              <a:extLst>
                <a:ext uri="{FF2B5EF4-FFF2-40B4-BE49-F238E27FC236}">
                  <a16:creationId xmlns:a16="http://schemas.microsoft.com/office/drawing/2014/main" id="{01AE9F80-77BC-91AF-88A3-FCFAB4A46615}"/>
                </a:ext>
              </a:extLst>
            </p:cNvPr>
            <p:cNvCxnSpPr>
              <a:cxnSpLocks/>
            </p:cNvCxnSpPr>
            <p:nvPr/>
          </p:nvCxnSpPr>
          <p:spPr>
            <a:xfrm>
              <a:off x="29545719" y="35024094"/>
              <a:ext cx="0" cy="3450478"/>
            </a:xfrm>
            <a:prstGeom prst="line">
              <a:avLst/>
            </a:prstGeom>
            <a:ln w="762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3641294281"/>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822</TotalTime>
  <Words>788</Words>
  <Application>Microsoft Office PowerPoint</Application>
  <PresentationFormat>Custom</PresentationFormat>
  <Paragraphs>34</Paragraphs>
  <Slides>1</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vt:i4>
      </vt:variant>
    </vt:vector>
  </HeadingPairs>
  <TitlesOfParts>
    <vt:vector size="8" baseType="lpstr">
      <vt:lpstr>Aptos</vt:lpstr>
      <vt:lpstr>Aptos Display</vt:lpstr>
      <vt:lpstr>Arial</vt:lpstr>
      <vt:lpstr>Cambria Math</vt:lpstr>
      <vt:lpstr>Oswald</vt:lpstr>
      <vt:lpstr>Times New Roman</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Truong Hai Minh</dc:creator>
  <cp:lastModifiedBy>Truong Hai Minh</cp:lastModifiedBy>
  <cp:revision>25</cp:revision>
  <dcterms:created xsi:type="dcterms:W3CDTF">2026-04-13T23:57:50Z</dcterms:created>
  <dcterms:modified xsi:type="dcterms:W3CDTF">2026-04-15T11:10:04Z</dcterms:modified>
</cp:coreProperties>
</file>