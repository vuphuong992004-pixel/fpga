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6"/>
  </p:notesMasterIdLst>
  <p:sldIdLst>
    <p:sldId id="256" r:id="rId2"/>
    <p:sldId id="275" r:id="rId3"/>
    <p:sldId id="262" r:id="rId4"/>
    <p:sldId id="267" r:id="rId5"/>
    <p:sldId id="273" r:id="rId6"/>
    <p:sldId id="274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57" r:id="rId15"/>
    <p:sldId id="266" r:id="rId16"/>
    <p:sldId id="268" r:id="rId17"/>
    <p:sldId id="270" r:id="rId18"/>
    <p:sldId id="259" r:id="rId19"/>
    <p:sldId id="265" r:id="rId20"/>
    <p:sldId id="269" r:id="rId21"/>
    <p:sldId id="271" r:id="rId22"/>
    <p:sldId id="272" r:id="rId23"/>
    <p:sldId id="261" r:id="rId24"/>
    <p:sldId id="2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8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25859-0BD2-423E-9D27-CBDE27F8BBA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8BD86-BE97-4EB8-A633-B3AAB59E9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5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Glitch (unsynchronized)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metastability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4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A8B9-6864-83FE-BD95-CCC22F1A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D9FC4-2410-8342-19F6-5AC2501BB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FADEA-9B09-8277-6CAE-915C6DDFC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Prob: unsynchronize (purely combinational logic) -&gt; adding flipflops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00C5-036B-8C0B-BB7C-243B7349C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29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7FEB-323D-1D00-207F-2D5E6CDE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E1346-0D08-F61C-DBE5-594058E01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9C3BE-F67C-A95E-DFBC-CA483B35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Glitch (unsynchronized)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30FE6-758A-F6E9-0DCA-648E917CD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0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Layer 1: die or live</a:t>
            </a:r>
          </a:p>
          <a:p>
            <a:r>
              <a:rPr lang="en-US"/>
              <a:t>Layer 2: sync with sel (if selected clock died, other lives) </a:t>
            </a:r>
            <a:r>
              <a:rPr lang="en-US">
                <a:sym typeface="Wingdings" panose="05000000000000000000" pitchFamily="2" charset="2"/>
              </a:rPr>
              <a:t> others. And normal, normal</a:t>
            </a:r>
          </a:p>
          <a:p>
            <a:r>
              <a:rPr lang="en-US">
                <a:sym typeface="Wingdings" panose="05000000000000000000" pitchFamily="2" charset="2"/>
              </a:rPr>
              <a:t>Layer 3: synchronize and break before make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2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872110" y="-2030424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2110" y="-782219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593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10405835" y="6593718"/>
            <a:ext cx="1653425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8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9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9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6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FED9-1C4B-A81C-DFF9-9CC823E0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95846-F504-817A-5B05-859EB66B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69FA-4921-455C-A446-155C3AA14D9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FE5FC-A031-00B7-B112-281AC6E3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D7249-9872-341B-6C70-8C573BE7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B98F-50EC-4AA1-843A-31FB3BF89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76A3-281D-4676-55ED-A8F4AE8C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82784-A84F-1357-7811-038F1ACE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7944F-5D3C-4716-9B33-D640E0A38C4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95497-4EF5-75CC-87B8-911932BF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E0224-07FA-FC70-DBF9-3C1C9EB2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1F6D6-36B2-4A11-AC4D-FE44001A9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F4D4A-FD71-41E6-BED5-CF551BFDBC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5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BA08-B76A-6BB5-606C-D83AF5CA1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45AB2-550C-D533-A520-E0B8FA3484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54E1C-1899-BBBF-CB31-818CA53B10BD}"/>
              </a:ext>
            </a:extLst>
          </p:cNvPr>
          <p:cNvSpPr txBox="1"/>
          <p:nvPr/>
        </p:nvSpPr>
        <p:spPr>
          <a:xfrm>
            <a:off x="262443" y="3580201"/>
            <a:ext cx="1192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Glitch-Free Clock Multiplexer with Symmetric Failover: Design and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46118-7D6C-379C-FFF7-1F5223319B5A}"/>
              </a:ext>
            </a:extLst>
          </p:cNvPr>
          <p:cNvSpPr txBox="1"/>
          <p:nvPr/>
        </p:nvSpPr>
        <p:spPr>
          <a:xfrm>
            <a:off x="3958780" y="4842085"/>
            <a:ext cx="42744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PhD. Thuan Van 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ED94F-E1AC-B40D-AFDB-931C64AEC200}"/>
              </a:ext>
            </a:extLst>
          </p:cNvPr>
          <p:cNvSpPr txBox="1"/>
          <p:nvPr/>
        </p:nvSpPr>
        <p:spPr>
          <a:xfrm>
            <a:off x="3993866" y="5396083"/>
            <a:ext cx="434022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1: Hai Minh Truong</a:t>
            </a:r>
          </a:p>
          <a:p>
            <a:r>
              <a:rPr lang="en-US" sz="2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2: Vu Thi Phuong</a:t>
            </a:r>
          </a:p>
        </p:txBody>
      </p:sp>
    </p:spTree>
    <p:extLst>
      <p:ext uri="{BB962C8B-B14F-4D97-AF65-F5344CB8AC3E}">
        <p14:creationId xmlns:p14="http://schemas.microsoft.com/office/powerpoint/2010/main" val="43860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8C7A-EE9A-07BD-C5E5-D8B018C3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1176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921B-93BD-1679-B557-B781FD64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5C4E7-020D-722A-23A8-A1365758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7664B4-F8E1-5F7F-1F6B-B277CA7AC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93840"/>
            <a:ext cx="12192000" cy="10181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57140-01B9-6339-E1DF-378A88678734}"/>
              </a:ext>
            </a:extLst>
          </p:cNvPr>
          <p:cNvSpPr txBox="1"/>
          <p:nvPr/>
        </p:nvSpPr>
        <p:spPr>
          <a:xfrm>
            <a:off x="751840" y="5526315"/>
            <a:ext cx="2643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</a:t>
            </a: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Glitch</a:t>
            </a:r>
          </a:p>
        </p:txBody>
      </p:sp>
    </p:spTree>
    <p:extLst>
      <p:ext uri="{BB962C8B-B14F-4D97-AF65-F5344CB8AC3E}">
        <p14:creationId xmlns:p14="http://schemas.microsoft.com/office/powerpoint/2010/main" val="147099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0F03-E2E7-E7CF-3CD3-29B107A1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EA03-62D6-A530-555E-577E2BD5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B732C-C12F-4C3F-812C-858C8D06027D}"/>
              </a:ext>
            </a:extLst>
          </p:cNvPr>
          <p:cNvSpPr txBox="1"/>
          <p:nvPr/>
        </p:nvSpPr>
        <p:spPr>
          <a:xfrm>
            <a:off x="324528" y="861060"/>
            <a:ext cx="5694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Metastabilities between </a:t>
            </a:r>
            <a:r>
              <a:rPr lang="en-US" b="1"/>
              <a:t>2 clock domain </a:t>
            </a:r>
            <a:r>
              <a:rPr lang="en-US"/>
              <a:t>(2flipflop to solve)</a:t>
            </a:r>
            <a:endParaRPr lang="en-US" b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C7D41C-FAF9-CF70-6EEB-35899145D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7346" y="1588002"/>
            <a:ext cx="6222996" cy="47738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183E5F-7B38-EA7A-2AFE-E3CD467967E8}"/>
              </a:ext>
            </a:extLst>
          </p:cNvPr>
          <p:cNvSpPr txBox="1"/>
          <p:nvPr/>
        </p:nvSpPr>
        <p:spPr>
          <a:xfrm>
            <a:off x="853440" y="4649708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Probs (H or L ?)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D0570B-6584-EFB6-0CA2-C4E0891AC3A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50160" y="4834374"/>
            <a:ext cx="1960880" cy="33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8F13D0-9426-9296-3FBB-B18D231CEF61}"/>
              </a:ext>
            </a:extLst>
          </p:cNvPr>
          <p:cNvSpPr txBox="1"/>
          <p:nvPr/>
        </p:nvSpPr>
        <p:spPr>
          <a:xfrm>
            <a:off x="10007600" y="507409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3FE40-AF3D-34BF-A2AA-2720CABDE7B0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7518400" y="2804160"/>
            <a:ext cx="2489200" cy="24545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320376-E818-D4E1-D1EA-471D53FE9EDF}"/>
              </a:ext>
            </a:extLst>
          </p:cNvPr>
          <p:cNvSpPr txBox="1"/>
          <p:nvPr/>
        </p:nvSpPr>
        <p:spPr>
          <a:xfrm>
            <a:off x="531568" y="3244334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Synchronize?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92AE61-95A4-5374-1714-2E87E85CD502}"/>
              </a:ext>
            </a:extLst>
          </p:cNvPr>
          <p:cNvCxnSpPr>
            <a:stCxn id="14" idx="3"/>
          </p:cNvCxnSpPr>
          <p:nvPr/>
        </p:nvCxnSpPr>
        <p:spPr>
          <a:xfrm flipV="1">
            <a:off x="1972988" y="3058160"/>
            <a:ext cx="105469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0CE085-9E4B-A348-0CE8-8F0EACCC8F4E}"/>
              </a:ext>
            </a:extLst>
          </p:cNvPr>
          <p:cNvCxnSpPr>
            <a:stCxn id="14" idx="3"/>
          </p:cNvCxnSpPr>
          <p:nvPr/>
        </p:nvCxnSpPr>
        <p:spPr>
          <a:xfrm flipV="1">
            <a:off x="1972988" y="3058160"/>
            <a:ext cx="304605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52F54-40D2-4943-1A1D-0EADD2187009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>
            <a:off x="1252278" y="3613666"/>
            <a:ext cx="449522" cy="1036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57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4226-2F01-2265-6F82-F7C8C0F2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AD67-7AFF-6697-49E3-A15A4300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problem: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E48CA-6201-F662-8DFA-DE2A52FE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3F3D89-97F1-F29B-27A5-13A5AA374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93840"/>
            <a:ext cx="12192000" cy="10181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5A84E0F-F343-E422-C259-4007B2599091}"/>
              </a:ext>
            </a:extLst>
          </p:cNvPr>
          <p:cNvSpPr/>
          <p:nvPr/>
        </p:nvSpPr>
        <p:spPr>
          <a:xfrm>
            <a:off x="3982720" y="986312"/>
            <a:ext cx="1910080" cy="29889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4ACF2B-AC7D-9F0C-ED5E-9E1E54897D8B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5613075" y="3537507"/>
            <a:ext cx="1183965" cy="14408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99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54E1-224D-0E06-BF8A-CF119C82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B86B-4D60-580F-E252-3BC44DD7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 model: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0685C-43CD-8025-55CC-8CE6B3128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230C71-A08E-6AAE-963D-36290109C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83680"/>
            <a:ext cx="12192000" cy="101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3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E1BB-922A-7A4F-5A7E-FF687473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Break-before-make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682DE-5F10-C0BE-C904-FD7AF7171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8700"/>
            <a:ext cx="12192000" cy="1216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5EC62D-3F32-9C34-720F-BF7AE1D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25" y="921413"/>
            <a:ext cx="8592749" cy="409632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96953A4-BB44-4141-8AE0-24AF81A5B6CB}"/>
              </a:ext>
            </a:extLst>
          </p:cNvPr>
          <p:cNvSpPr/>
          <p:nvPr/>
        </p:nvSpPr>
        <p:spPr>
          <a:xfrm>
            <a:off x="4064000" y="1564640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A23377-EF6C-75A2-B075-2BD14A3CE562}"/>
              </a:ext>
            </a:extLst>
          </p:cNvPr>
          <p:cNvSpPr/>
          <p:nvPr/>
        </p:nvSpPr>
        <p:spPr>
          <a:xfrm>
            <a:off x="5415279" y="1564640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528466-0C04-BB92-E720-4EB23C1A9979}"/>
              </a:ext>
            </a:extLst>
          </p:cNvPr>
          <p:cNvSpPr/>
          <p:nvPr/>
        </p:nvSpPr>
        <p:spPr>
          <a:xfrm>
            <a:off x="4064000" y="3952240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74E690-ADED-0463-2614-7869FA1E6E04}"/>
              </a:ext>
            </a:extLst>
          </p:cNvPr>
          <p:cNvSpPr/>
          <p:nvPr/>
        </p:nvSpPr>
        <p:spPr>
          <a:xfrm>
            <a:off x="5415279" y="3952240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C24F99-CD2D-B9C6-C07F-7B5AC2947877}"/>
              </a:ext>
            </a:extLst>
          </p:cNvPr>
          <p:cNvCxnSpPr>
            <a:stCxn id="10" idx="5"/>
          </p:cNvCxnSpPr>
          <p:nvPr/>
        </p:nvCxnSpPr>
        <p:spPr>
          <a:xfrm>
            <a:off x="5909589" y="4385845"/>
            <a:ext cx="3193771" cy="87703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5A185E-DA42-22BD-B15D-966F9F04236E}"/>
              </a:ext>
            </a:extLst>
          </p:cNvPr>
          <p:cNvCxnSpPr>
            <a:stCxn id="9" idx="5"/>
          </p:cNvCxnSpPr>
          <p:nvPr/>
        </p:nvCxnSpPr>
        <p:spPr>
          <a:xfrm>
            <a:off x="4558310" y="4385845"/>
            <a:ext cx="4179290" cy="8567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C07B15-F267-B0BF-1489-551D18F2B0EF}"/>
              </a:ext>
            </a:extLst>
          </p:cNvPr>
          <p:cNvSpPr txBox="1"/>
          <p:nvPr/>
        </p:nvSpPr>
        <p:spPr>
          <a:xfrm>
            <a:off x="7754257" y="4629536"/>
            <a:ext cx="108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Posedge?</a:t>
            </a:r>
          </a:p>
        </p:txBody>
      </p:sp>
    </p:spTree>
    <p:extLst>
      <p:ext uri="{BB962C8B-B14F-4D97-AF65-F5344CB8AC3E}">
        <p14:creationId xmlns:p14="http://schemas.microsoft.com/office/powerpoint/2010/main" val="50800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1880-1F89-E8AF-C24B-226CC483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Break-before-make model: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1BDA8-5F77-1146-10B2-886AF470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083973"/>
            <a:ext cx="8592749" cy="4096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F5207-9BF4-A9BE-A90C-F7784295327E}"/>
              </a:ext>
            </a:extLst>
          </p:cNvPr>
          <p:cNvSpPr txBox="1"/>
          <p:nvPr/>
        </p:nvSpPr>
        <p:spPr>
          <a:xfrm>
            <a:off x="568960" y="461264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Solutions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91631-F942-CBEB-4D46-C8345E8B575E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4592320"/>
            <a:ext cx="3176272" cy="2049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42B24F-BCB5-C8EC-D605-4B628E0B798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619248" y="4612640"/>
            <a:ext cx="4476752" cy="1846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631D4F-86F6-45A6-2153-CF93883196F8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1869440"/>
            <a:ext cx="3155952" cy="29278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72D0C7-9C01-D0C7-9960-6F4E52C61A42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1869440"/>
            <a:ext cx="4547872" cy="29278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10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659-FB26-F63C-4323-583BA44F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Timer-based model: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FDC8BC-D4FF-08E3-E5D3-40D632091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791" y="766312"/>
            <a:ext cx="7744417" cy="532537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FC2F667-19AE-E67F-4A61-B3BCE8958918}"/>
              </a:ext>
            </a:extLst>
          </p:cNvPr>
          <p:cNvSpPr/>
          <p:nvPr/>
        </p:nvSpPr>
        <p:spPr>
          <a:xfrm>
            <a:off x="5496560" y="2225040"/>
            <a:ext cx="457200" cy="2641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29CAE4-5915-FFFB-AA50-EE05CD1C5502}"/>
              </a:ext>
            </a:extLst>
          </p:cNvPr>
          <p:cNvSpPr/>
          <p:nvPr/>
        </p:nvSpPr>
        <p:spPr>
          <a:xfrm>
            <a:off x="6532880" y="2225040"/>
            <a:ext cx="457200" cy="2641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ED72E8-5797-F9F3-5692-B7D943830975}"/>
              </a:ext>
            </a:extLst>
          </p:cNvPr>
          <p:cNvSpPr/>
          <p:nvPr/>
        </p:nvSpPr>
        <p:spPr>
          <a:xfrm>
            <a:off x="5496560" y="4368801"/>
            <a:ext cx="457200" cy="2641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A9D475-4B86-150D-F0E5-AAAB5C223506}"/>
              </a:ext>
            </a:extLst>
          </p:cNvPr>
          <p:cNvSpPr/>
          <p:nvPr/>
        </p:nvSpPr>
        <p:spPr>
          <a:xfrm>
            <a:off x="6532880" y="4368801"/>
            <a:ext cx="457200" cy="2641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1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ECC3-6837-EAF3-9AFA-DD81C454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B0A4-747E-B2E6-C29D-25C252F0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Timer-based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02162-C12F-EB9C-848A-EFE9199DC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9307"/>
            <a:ext cx="12192000" cy="15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8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0093-BAF2-CDD6-BF27-E5A46832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Proposed-block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B38D1-274F-3A3C-4C10-0ED1233FD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078" y="864413"/>
            <a:ext cx="3325882" cy="558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3017-DA96-1EC2-572A-F1538EF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Proposed-scheme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466E6-F3E9-5D6A-1F81-4827DFC8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4" y="1104533"/>
            <a:ext cx="9288171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0152-69F0-D2D8-E993-3B759CB0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Proven: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EA1DBF-5729-9FF5-6D05-E05F29BB5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775"/>
            <a:ext cx="121920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6FBB24-E07A-7233-7BAD-75FE3E727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2" y="4562475"/>
            <a:ext cx="78771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93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31A3-08EE-A428-C607-314E08FD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06C15-2764-5E65-7F1F-BAB68621843D}"/>
              </a:ext>
            </a:extLst>
          </p:cNvPr>
          <p:cNvSpPr txBox="1"/>
          <p:nvPr/>
        </p:nvSpPr>
        <p:spPr>
          <a:xfrm>
            <a:off x="324528" y="975360"/>
            <a:ext cx="112273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342900" indent="-342900">
              <a:buAutoNum type="arabicPeriod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Model:</a:t>
            </a:r>
          </a:p>
          <a:p>
            <a:pPr marL="342900" indent="-342900">
              <a:buAutoNum type="arabicPeriod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marL="342900" indent="-342900">
              <a:buAutoNum type="arabicPeriod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</p:txBody>
      </p:sp>
    </p:spTree>
    <p:extLst>
      <p:ext uri="{BB962C8B-B14F-4D97-AF65-F5344CB8AC3E}">
        <p14:creationId xmlns:p14="http://schemas.microsoft.com/office/powerpoint/2010/main" val="403838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41C6-D81F-A903-AE68-5A6CF97E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Classical model:</a:t>
            </a:r>
          </a:p>
        </p:txBody>
      </p:sp>
    </p:spTree>
    <p:extLst>
      <p:ext uri="{BB962C8B-B14F-4D97-AF65-F5344CB8AC3E}">
        <p14:creationId xmlns:p14="http://schemas.microsoft.com/office/powerpoint/2010/main" val="881305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B7AAD-2C44-7670-C87F-577A4867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Novelty 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C1448-4CCB-1194-CAE2-68AD16F92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127" y="780449"/>
            <a:ext cx="6937745" cy="56902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3D293C-077B-B44C-B77B-2384128D23A6}"/>
              </a:ext>
            </a:extLst>
          </p:cNvPr>
          <p:cNvSpPr/>
          <p:nvPr/>
        </p:nvSpPr>
        <p:spPr>
          <a:xfrm>
            <a:off x="4013200" y="3048000"/>
            <a:ext cx="1534160" cy="14122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EEC6E-9E9F-0CCE-115A-0363152376D7}"/>
              </a:ext>
            </a:extLst>
          </p:cNvPr>
          <p:cNvSpPr/>
          <p:nvPr/>
        </p:nvSpPr>
        <p:spPr>
          <a:xfrm>
            <a:off x="5646036" y="2540000"/>
            <a:ext cx="1910080" cy="508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28B94-48B5-ACEF-30FA-70A071BFD244}"/>
              </a:ext>
            </a:extLst>
          </p:cNvPr>
          <p:cNvSpPr txBox="1"/>
          <p:nvPr/>
        </p:nvSpPr>
        <p:spPr>
          <a:xfrm>
            <a:off x="1324048" y="2170668"/>
            <a:ext cx="125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limitation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67C18F-4767-40A3-B0F3-D18F88F82F5F}"/>
              </a:ext>
            </a:extLst>
          </p:cNvPr>
          <p:cNvCxnSpPr>
            <a:stCxn id="8" idx="3"/>
          </p:cNvCxnSpPr>
          <p:nvPr/>
        </p:nvCxnSpPr>
        <p:spPr>
          <a:xfrm>
            <a:off x="2577789" y="2355334"/>
            <a:ext cx="1435411" cy="1398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3CBABC-FECD-A913-4FB3-E8FF8894DC31}"/>
              </a:ext>
            </a:extLst>
          </p:cNvPr>
          <p:cNvSpPr txBox="1"/>
          <p:nvPr/>
        </p:nvSpPr>
        <p:spPr>
          <a:xfrm>
            <a:off x="7556116" y="1584960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45043F-0C1C-32E2-D3B5-2FF22E7CB36C}"/>
              </a:ext>
            </a:extLst>
          </p:cNvPr>
          <p:cNvCxnSpPr>
            <a:endCxn id="7" idx="0"/>
          </p:cNvCxnSpPr>
          <p:nvPr/>
        </p:nvCxnSpPr>
        <p:spPr>
          <a:xfrm flipH="1">
            <a:off x="6601076" y="1828800"/>
            <a:ext cx="955040" cy="7112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718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BC1C-6D74-EAF7-D328-C99BA26C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52A18-24B7-34CD-2F0F-430302C03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398"/>
            <a:ext cx="12192000" cy="1247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9ED068-8AAC-6DF8-6998-EBC985466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5970"/>
            <a:ext cx="12192000" cy="154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74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59C30-5310-C5C1-657D-48BD546C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56D3-76F4-7470-992B-BCBEDD10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Requirement:</a:t>
            </a:r>
          </a:p>
        </p:txBody>
      </p:sp>
    </p:spTree>
    <p:extLst>
      <p:ext uri="{BB962C8B-B14F-4D97-AF65-F5344CB8AC3E}">
        <p14:creationId xmlns:p14="http://schemas.microsoft.com/office/powerpoint/2010/main" val="2748013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DF83-05F0-BC06-F3E8-518A28D89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D023-5E60-5346-7692-7C741A94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solution:</a:t>
            </a:r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301BF7-9A7F-C1BE-AFB4-ED67C3115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1" y="780449"/>
            <a:ext cx="11521440" cy="53530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7B78CBF-2483-4FB4-9F0F-9D53E62A0217}"/>
              </a:ext>
            </a:extLst>
          </p:cNvPr>
          <p:cNvSpPr/>
          <p:nvPr/>
        </p:nvSpPr>
        <p:spPr>
          <a:xfrm>
            <a:off x="1920240" y="780449"/>
            <a:ext cx="3667760" cy="13328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1F2C3-CCFF-BA62-F35C-C6C9BFC7E48F}"/>
              </a:ext>
            </a:extLst>
          </p:cNvPr>
          <p:cNvSpPr/>
          <p:nvPr/>
        </p:nvSpPr>
        <p:spPr>
          <a:xfrm>
            <a:off x="1920240" y="4941037"/>
            <a:ext cx="3667760" cy="13328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81382D-7F43-4022-0612-5F72DA9C33CC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831983" y="2980174"/>
            <a:ext cx="1088257" cy="262727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23A831-2C7F-6D23-4BA2-B64B8D19848D}"/>
              </a:ext>
            </a:extLst>
          </p:cNvPr>
          <p:cNvCxnSpPr>
            <a:stCxn id="17" idx="3"/>
            <a:endCxn id="26" idx="1"/>
          </p:cNvCxnSpPr>
          <p:nvPr/>
        </p:nvCxnSpPr>
        <p:spPr>
          <a:xfrm flipV="1">
            <a:off x="831983" y="1446865"/>
            <a:ext cx="1088257" cy="153330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0CCA3E6-542B-4A1E-04AC-8E4372CF2702}"/>
              </a:ext>
            </a:extLst>
          </p:cNvPr>
          <p:cNvSpPr/>
          <p:nvPr/>
        </p:nvSpPr>
        <p:spPr>
          <a:xfrm>
            <a:off x="6289041" y="1838960"/>
            <a:ext cx="2793408" cy="302768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4D113C-768F-A81E-4180-F011D3CD5C32}"/>
              </a:ext>
            </a:extLst>
          </p:cNvPr>
          <p:cNvSpPr txBox="1"/>
          <p:nvPr/>
        </p:nvSpPr>
        <p:spPr>
          <a:xfrm>
            <a:off x="9611360" y="1077532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Layer 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DB9411-C5D2-9DA2-6E4F-21E6D8F0F451}"/>
              </a:ext>
            </a:extLst>
          </p:cNvPr>
          <p:cNvCxnSpPr/>
          <p:nvPr/>
        </p:nvCxnSpPr>
        <p:spPr>
          <a:xfrm flipH="1">
            <a:off x="7732599" y="1262198"/>
            <a:ext cx="1878761" cy="57676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C0DF94-3A2E-06A3-73D9-463BE38EC829}"/>
              </a:ext>
            </a:extLst>
          </p:cNvPr>
          <p:cNvSpPr txBox="1"/>
          <p:nvPr/>
        </p:nvSpPr>
        <p:spPr>
          <a:xfrm>
            <a:off x="-23636" y="279550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Layer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3D816B-C6F7-5FB3-0666-6AD0B0473F99}"/>
              </a:ext>
            </a:extLst>
          </p:cNvPr>
          <p:cNvSpPr/>
          <p:nvPr/>
        </p:nvSpPr>
        <p:spPr>
          <a:xfrm>
            <a:off x="2046647" y="3367371"/>
            <a:ext cx="51393" cy="17920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4848478-9B9B-3718-4776-29718CC7B76C}"/>
              </a:ext>
            </a:extLst>
          </p:cNvPr>
          <p:cNvSpPr/>
          <p:nvPr/>
        </p:nvSpPr>
        <p:spPr>
          <a:xfrm>
            <a:off x="9372601" y="5709920"/>
            <a:ext cx="2265680" cy="56394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76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D0B3-3012-0166-A360-A9F5BCC7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B23D0-5B6A-5AD5-C3D5-7FC274B4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779"/>
          <a:stretch>
            <a:fillRect/>
          </a:stretch>
        </p:blipFill>
        <p:spPr>
          <a:xfrm>
            <a:off x="0" y="3761071"/>
            <a:ext cx="12192000" cy="1948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74C9A3-6972-5EE2-F489-53532908A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360"/>
            <a:ext cx="12192000" cy="17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68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9EC8-41C0-E3B6-CA90-8A699FEC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Solved problems: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99E3-AF66-CAD1-437E-05050C9A68EA}"/>
              </a:ext>
            </a:extLst>
          </p:cNvPr>
          <p:cNvSpPr txBox="1"/>
          <p:nvPr/>
        </p:nvSpPr>
        <p:spPr>
          <a:xfrm>
            <a:off x="406400" y="1107948"/>
            <a:ext cx="254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Old version: cannot solve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152387-93C0-9231-EE99-7F4D5B2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6830"/>
            <a:ext cx="12192000" cy="2320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817784-5473-4A5A-A62E-CD4661AF8178}"/>
              </a:ext>
            </a:extLst>
          </p:cNvPr>
          <p:cNvSpPr txBox="1"/>
          <p:nvPr/>
        </p:nvSpPr>
        <p:spPr>
          <a:xfrm>
            <a:off x="324528" y="3757498"/>
            <a:ext cx="2324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 version: can solve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328AC-D80C-D977-80FE-7A974A50F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220"/>
            <a:ext cx="12192000" cy="168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45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F6AC-5702-30FF-D325-7FF5ABC9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Still can’t solve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33541-54B4-DD1E-97CB-B8A06990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3258"/>
            <a:ext cx="12192000" cy="1821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F84AD-55BA-00F1-4157-BB2E7BF7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270"/>
            <a:ext cx="12192000" cy="1664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DF8DD2-81DC-A3C0-F744-4E43B05AED2A}"/>
              </a:ext>
            </a:extLst>
          </p:cNvPr>
          <p:cNvSpPr txBox="1"/>
          <p:nvPr/>
        </p:nvSpPr>
        <p:spPr>
          <a:xfrm>
            <a:off x="538480" y="125193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C3B34-F537-45CD-2513-BB6844D75E51}"/>
              </a:ext>
            </a:extLst>
          </p:cNvPr>
          <p:cNvSpPr txBox="1"/>
          <p:nvPr/>
        </p:nvSpPr>
        <p:spPr>
          <a:xfrm>
            <a:off x="538480" y="3757498"/>
            <a:ext cx="61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4184585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23F0-825C-86F1-8383-14C6EDA9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4CF8-A59D-23CF-D472-D402264E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solution: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2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2C54-DD84-83AC-F896-D9B27EEE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solving: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4326-00CC-857A-C5E1-55F2069C762F}"/>
              </a:ext>
            </a:extLst>
          </p:cNvPr>
          <p:cNvSpPr txBox="1"/>
          <p:nvPr/>
        </p:nvSpPr>
        <p:spPr>
          <a:xfrm>
            <a:off x="678181" y="1150620"/>
            <a:ext cx="952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Go each problems and solution through old version to ours</a:t>
            </a:r>
          </a:p>
          <a:p>
            <a:r>
              <a:rPr lang="en-US" b="1"/>
              <a:t>Or</a:t>
            </a:r>
          </a:p>
          <a:p>
            <a:r>
              <a:rPr lang="en-US"/>
              <a:t>Integrating all problems together and talk through each solutions (Like interpret the problems first and comparet this condition through each method?)</a:t>
            </a:r>
          </a:p>
        </p:txBody>
      </p:sp>
    </p:spTree>
    <p:extLst>
      <p:ext uri="{BB962C8B-B14F-4D97-AF65-F5344CB8AC3E}">
        <p14:creationId xmlns:p14="http://schemas.microsoft.com/office/powerpoint/2010/main" val="2657324981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2195</TotalTime>
  <Words>238</Words>
  <Application>Microsoft Office PowerPoint</Application>
  <PresentationFormat>Widescreen</PresentationFormat>
  <Paragraphs>59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Times New Roman</vt:lpstr>
      <vt:lpstr>UTM Avo</vt:lpstr>
      <vt:lpstr>Wingdings</vt:lpstr>
      <vt:lpstr>Vicostone Template</vt:lpstr>
      <vt:lpstr>PowerPoint Presentation</vt:lpstr>
      <vt:lpstr>Introduction</vt:lpstr>
      <vt:lpstr>Problems:</vt:lpstr>
      <vt:lpstr>Problems:</vt:lpstr>
      <vt:lpstr>Main problem:</vt:lpstr>
      <vt:lpstr>Trad model:</vt:lpstr>
      <vt:lpstr>Break-before-make model:</vt:lpstr>
      <vt:lpstr>Break-before-make model:</vt:lpstr>
      <vt:lpstr>Timer-based model:</vt:lpstr>
      <vt:lpstr>Timer-based model:</vt:lpstr>
      <vt:lpstr>Proposed-block diagram</vt:lpstr>
      <vt:lpstr>Proposed-scheme</vt:lpstr>
      <vt:lpstr>Proven:</vt:lpstr>
      <vt:lpstr>Content</vt:lpstr>
      <vt:lpstr>2. Classical model:</vt:lpstr>
      <vt:lpstr>Novelty model:</vt:lpstr>
      <vt:lpstr>PowerPoint Presentation</vt:lpstr>
      <vt:lpstr>3. Requirement:</vt:lpstr>
      <vt:lpstr>4. Proposed solution:</vt:lpstr>
      <vt:lpstr>PowerPoint Presentation</vt:lpstr>
      <vt:lpstr>Solved problems:</vt:lpstr>
      <vt:lpstr>Still can’t solve</vt:lpstr>
      <vt:lpstr>4. Proposed solution:</vt:lpstr>
      <vt:lpstr>Problems solving: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Truong Hai Minh</dc:creator>
  <cp:lastModifiedBy>Truong Hai Minh</cp:lastModifiedBy>
  <cp:revision>7</cp:revision>
  <dcterms:created xsi:type="dcterms:W3CDTF">2026-03-16T10:06:54Z</dcterms:created>
  <dcterms:modified xsi:type="dcterms:W3CDTF">2026-04-06T11:37:57Z</dcterms:modified>
</cp:coreProperties>
</file>